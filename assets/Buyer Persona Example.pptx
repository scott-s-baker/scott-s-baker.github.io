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57" r:id="rId1"/>
  </p:sldMasterIdLst>
  <p:notesMasterIdLst>
    <p:notesMasterId r:id="rId6"/>
  </p:notesMasterIdLst>
  <p:sldIdLst>
    <p:sldId id="2147469112" r:id="rId2"/>
    <p:sldId id="954" r:id="rId3"/>
    <p:sldId id="2147469092" r:id="rId4"/>
    <p:sldId id="2147375288"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7D70C"/>
    <a:srgbClr val="C9DEFF"/>
    <a:srgbClr val="0062FF"/>
    <a:srgbClr val="EE538B"/>
    <a:srgbClr val="373D42"/>
    <a:srgbClr val="0530AD"/>
    <a:srgbClr val="202529"/>
    <a:srgbClr val="D8DCE3"/>
    <a:srgbClr val="B9BFC7"/>
    <a:srgbClr val="9FA5A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464"/>
    <p:restoredTop sz="96327"/>
  </p:normalViewPr>
  <p:slideViewPr>
    <p:cSldViewPr snapToObjects="1">
      <p:cViewPr varScale="1">
        <p:scale>
          <a:sx n="123" d="100"/>
          <a:sy n="123" d="100"/>
        </p:scale>
        <p:origin x="696" y="184"/>
      </p:cViewPr>
      <p:guideLst/>
    </p:cSldViewPr>
  </p:slideViewPr>
  <p:notesTextViewPr>
    <p:cViewPr>
      <p:scale>
        <a:sx n="1" d="1"/>
        <a:sy n="1" d="1"/>
      </p:scale>
      <p:origin x="0" y="0"/>
    </p:cViewPr>
  </p:notesTextViewPr>
  <p:sorterViewPr>
    <p:cViewPr>
      <p:scale>
        <a:sx n="66" d="100"/>
        <a:sy n="66" d="100"/>
      </p:scale>
      <p:origin x="0" y="0"/>
    </p:cViewPr>
  </p:sorterViewPr>
  <p:notesViewPr>
    <p:cSldViewPr snapToObjects="1">
      <p:cViewPr varScale="1">
        <p:scale>
          <a:sx n="97" d="100"/>
          <a:sy n="97" d="100"/>
        </p:scale>
        <p:origin x="4328" y="20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EB74647-ACBC-DC4B-B01C-EF0C3421483F}" type="datetimeFigureOut">
              <a:rPr lang="en-US" smtClean="0"/>
              <a:t>8/1/26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7E794C1-C728-BE42-BA93-FA9F5FE18748}" type="slidenum">
              <a:rPr lang="en-US" smtClean="0"/>
              <a:t>‹#›</a:t>
            </a:fld>
            <a:endParaRPr lang="en-US"/>
          </a:p>
        </p:txBody>
      </p:sp>
    </p:spTree>
    <p:extLst>
      <p:ext uri="{BB962C8B-B14F-4D97-AF65-F5344CB8AC3E}">
        <p14:creationId xmlns:p14="http://schemas.microsoft.com/office/powerpoint/2010/main" val="563552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6"/>
        <p:cNvGrpSpPr/>
        <p:nvPr/>
      </p:nvGrpSpPr>
      <p:grpSpPr>
        <a:xfrm>
          <a:off x="0" y="0"/>
          <a:ext cx="0" cy="0"/>
          <a:chOff x="0" y="0"/>
          <a:chExt cx="0" cy="0"/>
        </a:xfrm>
      </p:grpSpPr>
      <p:sp>
        <p:nvSpPr>
          <p:cNvPr id="1397" name="Google Shape;1397;gc381f72c6a_0_9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98" name="Google Shape;1398;gc381f72c6a_0_9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endParaRPr dirty="0"/>
          </a:p>
        </p:txBody>
      </p:sp>
      <p:sp>
        <p:nvSpPr>
          <p:cNvPr id="1399" name="Google Shape;1399;gc381f72c6a_0_9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Calibri"/>
                <a:ea typeface="Calibri"/>
                <a:cs typeface="Calibri"/>
                <a:sym typeface="Calibri"/>
              </a:rPr>
              <a:t>1</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ark: Cover">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020942-A65F-3A4C-8239-5CEC98B0DA8C}"/>
              </a:ext>
            </a:extLst>
          </p:cNvPr>
          <p:cNvSpPr>
            <a:spLocks noGrp="1"/>
          </p:cNvSpPr>
          <p:nvPr>
            <p:ph type="title" hasCustomPrompt="1"/>
          </p:nvPr>
        </p:nvSpPr>
        <p:spPr>
          <a:xfrm>
            <a:off x="228600" y="1219200"/>
            <a:ext cx="8686800" cy="2971800"/>
          </a:xfrm>
        </p:spPr>
        <p:txBody>
          <a:bodyPr/>
          <a:lstStyle>
            <a:lvl1pPr>
              <a:defRPr sz="6600" b="0" i="0">
                <a:latin typeface="IBM Plex Serif Light" charset="0"/>
                <a:ea typeface="IBM Plex Serif Light" charset="0"/>
                <a:cs typeface="IBM Plex Serif Light" charset="0"/>
              </a:defRPr>
            </a:lvl1pPr>
          </a:lstStyle>
          <a:p>
            <a:r>
              <a:rPr lang="en-US" dirty="0"/>
              <a:t>Let’s create a nifty IBM presentation</a:t>
            </a:r>
          </a:p>
        </p:txBody>
      </p:sp>
      <p:sp>
        <p:nvSpPr>
          <p:cNvPr id="16" name="Text Placeholder 15">
            <a:extLst>
              <a:ext uri="{FF2B5EF4-FFF2-40B4-BE49-F238E27FC236}">
                <a16:creationId xmlns:a16="http://schemas.microsoft.com/office/drawing/2014/main" id="{3F8A8C5A-9B31-374F-8125-516B93D499FC}"/>
              </a:ext>
            </a:extLst>
          </p:cNvPr>
          <p:cNvSpPr>
            <a:spLocks noGrp="1"/>
          </p:cNvSpPr>
          <p:nvPr>
            <p:ph type="body" sz="quarter" idx="13" hasCustomPrompt="1"/>
          </p:nvPr>
        </p:nvSpPr>
        <p:spPr>
          <a:xfrm>
            <a:off x="228600" y="4419600"/>
            <a:ext cx="8686800" cy="1752600"/>
          </a:xfrm>
        </p:spPr>
        <p:txBody>
          <a:bodyPr/>
          <a:lstStyle>
            <a:lvl1pPr marL="0" indent="0">
              <a:lnSpc>
                <a:spcPct val="100000"/>
              </a:lnSpc>
              <a:buNone/>
              <a:defRPr>
                <a:solidFill>
                  <a:schemeClr val="bg1"/>
                </a:solidFill>
              </a:defRPr>
            </a:lvl1pPr>
          </a:lstStyle>
          <a:p>
            <a:pPr lvl="0"/>
            <a:r>
              <a:rPr lang="en-US" dirty="0"/>
              <a:t>Speakers, dates, etc.</a:t>
            </a:r>
          </a:p>
        </p:txBody>
      </p:sp>
      <p:sp>
        <p:nvSpPr>
          <p:cNvPr id="14" name="Text Placeholder 9">
            <a:extLst>
              <a:ext uri="{FF2B5EF4-FFF2-40B4-BE49-F238E27FC236}">
                <a16:creationId xmlns:a16="http://schemas.microsoft.com/office/drawing/2014/main" id="{16DBA872-6145-2145-B2FD-2C79A34D9935}"/>
              </a:ext>
            </a:extLst>
          </p:cNvPr>
          <p:cNvSpPr>
            <a:spLocks noGrp="1"/>
          </p:cNvSpPr>
          <p:nvPr>
            <p:ph type="body" sz="quarter" idx="14" hasCustomPrompt="1"/>
          </p:nvPr>
        </p:nvSpPr>
        <p:spPr>
          <a:xfrm>
            <a:off x="228600" y="228600"/>
            <a:ext cx="8686800" cy="304800"/>
          </a:xfrm>
        </p:spPr>
        <p:txBody>
          <a:bodyPr>
            <a:normAutofit/>
          </a:bodyPr>
          <a:lstStyle>
            <a:lvl1pPr marL="0" indent="0">
              <a:buNone/>
              <a:defRPr sz="1200" b="0" i="0" spc="90" baseline="0">
                <a:latin typeface="IBM Plex Sans Text" charset="0"/>
                <a:ea typeface="IBM Plex Sans Text" charset="0"/>
                <a:cs typeface="IBM Plex Sans Text" charset="0"/>
              </a:defRPr>
            </a:lvl1pPr>
          </a:lstStyle>
          <a:p>
            <a:pPr lvl="0"/>
            <a:r>
              <a:rPr lang="en-US" dirty="0"/>
              <a:t>DATE</a:t>
            </a:r>
          </a:p>
        </p:txBody>
      </p:sp>
    </p:spTree>
    <p:extLst>
      <p:ext uri="{BB962C8B-B14F-4D97-AF65-F5344CB8AC3E}">
        <p14:creationId xmlns:p14="http://schemas.microsoft.com/office/powerpoint/2010/main" val="3272276320"/>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ark: Sec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64D8E7-4B8B-E54C-8EC6-F2891417C0CB}"/>
              </a:ext>
            </a:extLst>
          </p:cNvPr>
          <p:cNvSpPr>
            <a:spLocks noGrp="1"/>
          </p:cNvSpPr>
          <p:nvPr>
            <p:ph type="title"/>
          </p:nvPr>
        </p:nvSpPr>
        <p:spPr>
          <a:xfrm>
            <a:off x="228600" y="609600"/>
            <a:ext cx="8686800" cy="849240"/>
          </a:xfrm>
        </p:spPr>
        <p:txBody>
          <a:bodyPr anchor="b"/>
          <a:lstStyle/>
          <a:p>
            <a:r>
              <a:rPr lang="en-US" dirty="0"/>
              <a:t>Click to edit Master title style</a:t>
            </a:r>
          </a:p>
        </p:txBody>
      </p:sp>
      <p:sp>
        <p:nvSpPr>
          <p:cNvPr id="6" name="Text Placeholder 5">
            <a:extLst>
              <a:ext uri="{FF2B5EF4-FFF2-40B4-BE49-F238E27FC236}">
                <a16:creationId xmlns:a16="http://schemas.microsoft.com/office/drawing/2014/main" id="{D0F2D07D-A7FC-4644-ABD8-857C61BD98BC}"/>
              </a:ext>
            </a:extLst>
          </p:cNvPr>
          <p:cNvSpPr>
            <a:spLocks noGrp="1"/>
          </p:cNvSpPr>
          <p:nvPr>
            <p:ph type="body" sz="quarter" idx="12"/>
          </p:nvPr>
        </p:nvSpPr>
        <p:spPr>
          <a:xfrm>
            <a:off x="228600" y="1828800"/>
            <a:ext cx="8686800" cy="457200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6">
            <a:extLst>
              <a:ext uri="{FF2B5EF4-FFF2-40B4-BE49-F238E27FC236}">
                <a16:creationId xmlns:a16="http://schemas.microsoft.com/office/drawing/2014/main" id="{0CB871E5-6C27-5E42-8EE6-254DC51FEE33}"/>
              </a:ext>
            </a:extLst>
          </p:cNvPr>
          <p:cNvSpPr>
            <a:spLocks noGrp="1"/>
          </p:cNvSpPr>
          <p:nvPr>
            <p:ph type="body" sz="quarter" idx="13" hasCustomPrompt="1"/>
          </p:nvPr>
        </p:nvSpPr>
        <p:spPr>
          <a:xfrm>
            <a:off x="228600" y="228600"/>
            <a:ext cx="5638800" cy="304800"/>
          </a:xfrm>
        </p:spPr>
        <p:txBody>
          <a:bodyPr>
            <a:normAutofit/>
          </a:bodyPr>
          <a:lstStyle>
            <a:lvl1pPr marL="0" indent="0">
              <a:buNone/>
              <a:defRPr sz="1200" b="0" i="0" spc="90" baseline="0">
                <a:latin typeface="IBM Plex Sans Text" charset="0"/>
                <a:ea typeface="IBM Plex Sans Text" charset="0"/>
                <a:cs typeface="IBM Plex Sans Text" charset="0"/>
              </a:defRPr>
            </a:lvl1pPr>
          </a:lstStyle>
          <a:p>
            <a:pPr lvl="0"/>
            <a:r>
              <a:rPr lang="en-US" dirty="0"/>
              <a:t>SECTION HEADING </a:t>
            </a:r>
          </a:p>
        </p:txBody>
      </p:sp>
    </p:spTree>
    <p:extLst>
      <p:ext uri="{BB962C8B-B14F-4D97-AF65-F5344CB8AC3E}">
        <p14:creationId xmlns:p14="http://schemas.microsoft.com/office/powerpoint/2010/main" val="16799938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ark: Standar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64D8E7-4B8B-E54C-8EC6-F2891417C0CB}"/>
              </a:ext>
            </a:extLst>
          </p:cNvPr>
          <p:cNvSpPr>
            <a:spLocks noGrp="1"/>
          </p:cNvSpPr>
          <p:nvPr>
            <p:ph type="title" hasCustomPrompt="1"/>
          </p:nvPr>
        </p:nvSpPr>
        <p:spPr/>
        <p:txBody>
          <a:bodyPr/>
          <a:lstStyle>
            <a:lvl1pPr>
              <a:defRPr sz="3200" b="0" i="0" spc="0" baseline="0">
                <a:latin typeface="IBM Plex Serif Light" charset="0"/>
                <a:ea typeface="IBM Plex Serif Light" charset="0"/>
                <a:cs typeface="IBM Plex Serif Light" charset="0"/>
              </a:defRPr>
            </a:lvl1pPr>
          </a:lstStyle>
          <a:p>
            <a:r>
              <a:rPr lang="en-US" dirty="0"/>
              <a:t>Click to edit master title style</a:t>
            </a:r>
          </a:p>
        </p:txBody>
      </p:sp>
      <p:sp>
        <p:nvSpPr>
          <p:cNvPr id="6" name="Text Placeholder 5">
            <a:extLst>
              <a:ext uri="{FF2B5EF4-FFF2-40B4-BE49-F238E27FC236}">
                <a16:creationId xmlns:a16="http://schemas.microsoft.com/office/drawing/2014/main" id="{D0F2D07D-A7FC-4644-ABD8-857C61BD98BC}"/>
              </a:ext>
            </a:extLst>
          </p:cNvPr>
          <p:cNvSpPr>
            <a:spLocks noGrp="1"/>
          </p:cNvSpPr>
          <p:nvPr>
            <p:ph type="body" sz="quarter" idx="12"/>
          </p:nvPr>
        </p:nvSpPr>
        <p:spPr>
          <a:xfrm>
            <a:off x="228600" y="1371600"/>
            <a:ext cx="11734800" cy="5029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182610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ark: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020942-A65F-3A4C-8239-5CEC98B0DA8C}"/>
              </a:ext>
            </a:extLst>
          </p:cNvPr>
          <p:cNvSpPr>
            <a:spLocks noGrp="1"/>
          </p:cNvSpPr>
          <p:nvPr>
            <p:ph type="title" hasCustomPrompt="1"/>
          </p:nvPr>
        </p:nvSpPr>
        <p:spPr>
          <a:xfrm>
            <a:off x="228600" y="228600"/>
            <a:ext cx="5638800" cy="950154"/>
          </a:xfrm>
        </p:spPr>
        <p:txBody>
          <a:bodyPr/>
          <a:lstStyle>
            <a:lvl1pPr>
              <a:defRPr sz="1200" b="0" i="0" spc="90" baseline="0">
                <a:latin typeface="IBM Plex Sans Text" charset="0"/>
                <a:ea typeface="IBM Plex Sans Text" charset="0"/>
                <a:cs typeface="IBM Plex Sans Text" charset="0"/>
              </a:defRPr>
            </a:lvl1pPr>
          </a:lstStyle>
          <a:p>
            <a:r>
              <a:rPr lang="en-US" dirty="0"/>
              <a:t>CLICK TO EDIT MASTER TITLE STYLE</a:t>
            </a:r>
          </a:p>
        </p:txBody>
      </p:sp>
    </p:spTree>
    <p:extLst>
      <p:ext uri="{BB962C8B-B14F-4D97-AF65-F5344CB8AC3E}">
        <p14:creationId xmlns:p14="http://schemas.microsoft.com/office/powerpoint/2010/main" val="148742720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ark: 75% Whit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4680E29-0639-4142-8893-ABFFEA725456}"/>
              </a:ext>
            </a:extLst>
          </p:cNvPr>
          <p:cNvSpPr/>
          <p:nvPr userDrawn="1"/>
        </p:nvSpPr>
        <p:spPr>
          <a:xfrm>
            <a:off x="3809999" y="0"/>
            <a:ext cx="838200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364D8E7-4B8B-E54C-8EC6-F2891417C0CB}"/>
              </a:ext>
            </a:extLst>
          </p:cNvPr>
          <p:cNvSpPr>
            <a:spLocks noGrp="1"/>
          </p:cNvSpPr>
          <p:nvPr>
            <p:ph type="title" hasCustomPrompt="1"/>
          </p:nvPr>
        </p:nvSpPr>
        <p:spPr>
          <a:xfrm>
            <a:off x="228600" y="228600"/>
            <a:ext cx="3352800" cy="950154"/>
          </a:xfrm>
        </p:spPr>
        <p:txBody>
          <a:bodyPr/>
          <a:lstStyle>
            <a:lvl1pPr>
              <a:defRPr sz="1200" b="0" i="0" spc="90" baseline="0">
                <a:latin typeface="IBM Plex Sans Text" charset="0"/>
                <a:ea typeface="IBM Plex Sans Text" charset="0"/>
                <a:cs typeface="IBM Plex Sans Text" charset="0"/>
              </a:defRPr>
            </a:lvl1pPr>
          </a:lstStyle>
          <a:p>
            <a:r>
              <a:rPr lang="en-US" dirty="0"/>
              <a:t>SECTION HEADING</a:t>
            </a:r>
          </a:p>
        </p:txBody>
      </p:sp>
      <p:sp>
        <p:nvSpPr>
          <p:cNvPr id="6" name="Text Placeholder 5">
            <a:extLst>
              <a:ext uri="{FF2B5EF4-FFF2-40B4-BE49-F238E27FC236}">
                <a16:creationId xmlns:a16="http://schemas.microsoft.com/office/drawing/2014/main" id="{D0F2D07D-A7FC-4644-ABD8-857C61BD98BC}"/>
              </a:ext>
            </a:extLst>
          </p:cNvPr>
          <p:cNvSpPr>
            <a:spLocks noGrp="1"/>
          </p:cNvSpPr>
          <p:nvPr>
            <p:ph type="body" sz="quarter" idx="12"/>
          </p:nvPr>
        </p:nvSpPr>
        <p:spPr>
          <a:xfrm>
            <a:off x="228600" y="1371600"/>
            <a:ext cx="3352800" cy="502920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720963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ark: 75% Blu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4680E29-0639-4142-8893-ABFFEA725456}"/>
              </a:ext>
            </a:extLst>
          </p:cNvPr>
          <p:cNvSpPr/>
          <p:nvPr userDrawn="1"/>
        </p:nvSpPr>
        <p:spPr>
          <a:xfrm>
            <a:off x="3809999" y="0"/>
            <a:ext cx="838200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364D8E7-4B8B-E54C-8EC6-F2891417C0CB}"/>
              </a:ext>
            </a:extLst>
          </p:cNvPr>
          <p:cNvSpPr>
            <a:spLocks noGrp="1"/>
          </p:cNvSpPr>
          <p:nvPr>
            <p:ph type="title" hasCustomPrompt="1"/>
          </p:nvPr>
        </p:nvSpPr>
        <p:spPr>
          <a:xfrm>
            <a:off x="228600" y="228600"/>
            <a:ext cx="3352800" cy="950154"/>
          </a:xfrm>
        </p:spPr>
        <p:txBody>
          <a:bodyPr/>
          <a:lstStyle>
            <a:lvl1pPr>
              <a:defRPr sz="1200" b="0" i="0" spc="90" baseline="0">
                <a:latin typeface="IBM Plex Sans Text" charset="0"/>
                <a:ea typeface="IBM Plex Sans Text" charset="0"/>
                <a:cs typeface="IBM Plex Sans Text" charset="0"/>
              </a:defRPr>
            </a:lvl1pPr>
          </a:lstStyle>
          <a:p>
            <a:r>
              <a:rPr lang="en-US" dirty="0"/>
              <a:t>SECTION HEADING</a:t>
            </a:r>
          </a:p>
        </p:txBody>
      </p:sp>
      <p:sp>
        <p:nvSpPr>
          <p:cNvPr id="6" name="Text Placeholder 5">
            <a:extLst>
              <a:ext uri="{FF2B5EF4-FFF2-40B4-BE49-F238E27FC236}">
                <a16:creationId xmlns:a16="http://schemas.microsoft.com/office/drawing/2014/main" id="{D0F2D07D-A7FC-4644-ABD8-857C61BD98BC}"/>
              </a:ext>
            </a:extLst>
          </p:cNvPr>
          <p:cNvSpPr>
            <a:spLocks noGrp="1"/>
          </p:cNvSpPr>
          <p:nvPr>
            <p:ph type="body" sz="quarter" idx="12"/>
          </p:nvPr>
        </p:nvSpPr>
        <p:spPr>
          <a:xfrm>
            <a:off x="228600" y="1371600"/>
            <a:ext cx="3352800" cy="502920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6422693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ark: 50% Whit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4680E29-0639-4142-8893-ABFFEA725456}"/>
              </a:ext>
            </a:extLst>
          </p:cNvPr>
          <p:cNvSpPr/>
          <p:nvPr userDrawn="1"/>
        </p:nvSpPr>
        <p:spPr>
          <a:xfrm>
            <a:off x="6096000" y="0"/>
            <a:ext cx="6096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364D8E7-4B8B-E54C-8EC6-F2891417C0CB}"/>
              </a:ext>
            </a:extLst>
          </p:cNvPr>
          <p:cNvSpPr>
            <a:spLocks noGrp="1"/>
          </p:cNvSpPr>
          <p:nvPr>
            <p:ph type="title" hasCustomPrompt="1"/>
          </p:nvPr>
        </p:nvSpPr>
        <p:spPr/>
        <p:txBody>
          <a:bodyPr/>
          <a:lstStyle>
            <a:lvl1pPr>
              <a:defRPr sz="3200" b="0" i="0" spc="90" baseline="0">
                <a:latin typeface="IBM Plex Serif Light" charset="0"/>
                <a:ea typeface="IBM Plex Serif Light" charset="0"/>
                <a:cs typeface="IBM Plex Serif Light" charset="0"/>
              </a:defRPr>
            </a:lvl1pPr>
          </a:lstStyle>
          <a:p>
            <a:r>
              <a:rPr lang="en-US" dirty="0"/>
              <a:t>Click to edit master title style</a:t>
            </a:r>
          </a:p>
        </p:txBody>
      </p:sp>
      <p:sp>
        <p:nvSpPr>
          <p:cNvPr id="6" name="Text Placeholder 5">
            <a:extLst>
              <a:ext uri="{FF2B5EF4-FFF2-40B4-BE49-F238E27FC236}">
                <a16:creationId xmlns:a16="http://schemas.microsoft.com/office/drawing/2014/main" id="{D0F2D07D-A7FC-4644-ABD8-857C61BD98BC}"/>
              </a:ext>
            </a:extLst>
          </p:cNvPr>
          <p:cNvSpPr>
            <a:spLocks noGrp="1"/>
          </p:cNvSpPr>
          <p:nvPr>
            <p:ph type="body" sz="quarter" idx="12"/>
          </p:nvPr>
        </p:nvSpPr>
        <p:spPr>
          <a:xfrm>
            <a:off x="228600" y="1371600"/>
            <a:ext cx="5638800" cy="5029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551744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Dark: 50% Whit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4680E29-0639-4142-8893-ABFFEA725456}"/>
              </a:ext>
            </a:extLst>
          </p:cNvPr>
          <p:cNvSpPr/>
          <p:nvPr userDrawn="1"/>
        </p:nvSpPr>
        <p:spPr>
          <a:xfrm>
            <a:off x="6096000" y="0"/>
            <a:ext cx="6096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364D8E7-4B8B-E54C-8EC6-F2891417C0CB}"/>
              </a:ext>
            </a:extLst>
          </p:cNvPr>
          <p:cNvSpPr>
            <a:spLocks noGrp="1"/>
          </p:cNvSpPr>
          <p:nvPr>
            <p:ph type="title" hasCustomPrompt="1"/>
          </p:nvPr>
        </p:nvSpPr>
        <p:spPr/>
        <p:txBody>
          <a:bodyPr/>
          <a:lstStyle>
            <a:lvl1pPr>
              <a:defRPr sz="1200" b="0" i="0" spc="90" baseline="0">
                <a:latin typeface="IBM Plex Sans Text" panose="020B0503050000000000" pitchFamily="34" charset="77"/>
                <a:ea typeface="IBM Plex Sans Text" panose="020B0503050000000000" pitchFamily="34" charset="77"/>
                <a:cs typeface="IBM Plex Sans Text" panose="020B0503050000000000" pitchFamily="34" charset="77"/>
              </a:defRPr>
            </a:lvl1pPr>
          </a:lstStyle>
          <a:p>
            <a:r>
              <a:rPr lang="en-US" dirty="0"/>
              <a:t>CLICK TO EDIT MASTER TITLE STYLE</a:t>
            </a:r>
          </a:p>
        </p:txBody>
      </p:sp>
      <p:sp>
        <p:nvSpPr>
          <p:cNvPr id="6" name="Text Placeholder 5">
            <a:extLst>
              <a:ext uri="{FF2B5EF4-FFF2-40B4-BE49-F238E27FC236}">
                <a16:creationId xmlns:a16="http://schemas.microsoft.com/office/drawing/2014/main" id="{D0F2D07D-A7FC-4644-ABD8-857C61BD98BC}"/>
              </a:ext>
            </a:extLst>
          </p:cNvPr>
          <p:cNvSpPr>
            <a:spLocks noGrp="1"/>
          </p:cNvSpPr>
          <p:nvPr>
            <p:ph type="body" sz="quarter" idx="12"/>
          </p:nvPr>
        </p:nvSpPr>
        <p:spPr>
          <a:xfrm>
            <a:off x="228600" y="1981200"/>
            <a:ext cx="5638800" cy="434340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Text Placeholder 8">
            <a:extLst>
              <a:ext uri="{FF2B5EF4-FFF2-40B4-BE49-F238E27FC236}">
                <a16:creationId xmlns:a16="http://schemas.microsoft.com/office/drawing/2014/main" id="{81A3E5A1-DC6C-6440-8AE7-9D52A9177D1B}"/>
              </a:ext>
            </a:extLst>
          </p:cNvPr>
          <p:cNvSpPr>
            <a:spLocks noGrp="1"/>
          </p:cNvSpPr>
          <p:nvPr>
            <p:ph type="body" sz="quarter" idx="13" hasCustomPrompt="1"/>
          </p:nvPr>
        </p:nvSpPr>
        <p:spPr>
          <a:xfrm>
            <a:off x="228600" y="1103313"/>
            <a:ext cx="5638800" cy="877887"/>
          </a:xfrm>
        </p:spPr>
        <p:txBody>
          <a:bodyPr>
            <a:normAutofit/>
          </a:bodyPr>
          <a:lstStyle>
            <a:lvl1pPr marL="0" indent="0">
              <a:buNone/>
              <a:defRPr sz="2800">
                <a:latin typeface="+mj-lt"/>
              </a:defRPr>
            </a:lvl1pPr>
            <a:lvl4pPr marL="548640" indent="0">
              <a:buNone/>
              <a:defRPr/>
            </a:lvl4pPr>
          </a:lstStyle>
          <a:p>
            <a:r>
              <a:rPr lang="en-US" dirty="0"/>
              <a:t>Click to edit Master title style</a:t>
            </a:r>
          </a:p>
        </p:txBody>
      </p:sp>
    </p:spTree>
    <p:extLst>
      <p:ext uri="{BB962C8B-B14F-4D97-AF65-F5344CB8AC3E}">
        <p14:creationId xmlns:p14="http://schemas.microsoft.com/office/powerpoint/2010/main" val="1075590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ark: 50% Blu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4680E29-0639-4142-8893-ABFFEA725456}"/>
              </a:ext>
            </a:extLst>
          </p:cNvPr>
          <p:cNvSpPr/>
          <p:nvPr userDrawn="1"/>
        </p:nvSpPr>
        <p:spPr>
          <a:xfrm>
            <a:off x="6096000" y="0"/>
            <a:ext cx="6096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364D8E7-4B8B-E54C-8EC6-F2891417C0CB}"/>
              </a:ext>
            </a:extLst>
          </p:cNvPr>
          <p:cNvSpPr>
            <a:spLocks noGrp="1"/>
          </p:cNvSpPr>
          <p:nvPr>
            <p:ph type="title" hasCustomPrompt="1"/>
          </p:nvPr>
        </p:nvSpPr>
        <p:spPr>
          <a:xfrm>
            <a:off x="228600" y="228600"/>
            <a:ext cx="5638800" cy="950154"/>
          </a:xfrm>
        </p:spPr>
        <p:txBody>
          <a:bodyPr/>
          <a:lstStyle>
            <a:lvl1pPr>
              <a:defRPr sz="1200" b="0" i="0" spc="90" baseline="0">
                <a:latin typeface="IBM Plex Sans Text" charset="0"/>
                <a:ea typeface="IBM Plex Sans Text" charset="0"/>
                <a:cs typeface="IBM Plex Sans Text" charset="0"/>
              </a:defRPr>
            </a:lvl1pPr>
          </a:lstStyle>
          <a:p>
            <a:r>
              <a:rPr lang="en-US" dirty="0"/>
              <a:t>SECTION HEADING </a:t>
            </a:r>
          </a:p>
        </p:txBody>
      </p:sp>
      <p:sp>
        <p:nvSpPr>
          <p:cNvPr id="6" name="Text Placeholder 5">
            <a:extLst>
              <a:ext uri="{FF2B5EF4-FFF2-40B4-BE49-F238E27FC236}">
                <a16:creationId xmlns:a16="http://schemas.microsoft.com/office/drawing/2014/main" id="{D0F2D07D-A7FC-4644-ABD8-857C61BD98BC}"/>
              </a:ext>
            </a:extLst>
          </p:cNvPr>
          <p:cNvSpPr>
            <a:spLocks noGrp="1"/>
          </p:cNvSpPr>
          <p:nvPr>
            <p:ph type="body" sz="quarter" idx="12"/>
          </p:nvPr>
        </p:nvSpPr>
        <p:spPr>
          <a:xfrm>
            <a:off x="228600" y="1371600"/>
            <a:ext cx="5638800" cy="5029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326419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ark: 25% Whit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4680E29-0639-4142-8893-ABFFEA725456}"/>
              </a:ext>
            </a:extLst>
          </p:cNvPr>
          <p:cNvSpPr/>
          <p:nvPr userDrawn="1"/>
        </p:nvSpPr>
        <p:spPr>
          <a:xfrm>
            <a:off x="9144000" y="0"/>
            <a:ext cx="3048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364D8E7-4B8B-E54C-8EC6-F2891417C0CB}"/>
              </a:ext>
            </a:extLst>
          </p:cNvPr>
          <p:cNvSpPr>
            <a:spLocks noGrp="1"/>
          </p:cNvSpPr>
          <p:nvPr>
            <p:ph type="title" hasCustomPrompt="1"/>
          </p:nvPr>
        </p:nvSpPr>
        <p:spPr>
          <a:xfrm>
            <a:off x="228600" y="228600"/>
            <a:ext cx="8686800" cy="950154"/>
          </a:xfrm>
        </p:spPr>
        <p:txBody>
          <a:bodyPr/>
          <a:lstStyle>
            <a:lvl1pPr>
              <a:defRPr sz="1200" b="0" i="0" spc="90" baseline="0">
                <a:latin typeface="IBM Plex Sans Text" charset="0"/>
                <a:ea typeface="IBM Plex Sans Text" charset="0"/>
                <a:cs typeface="IBM Plex Sans Text" charset="0"/>
              </a:defRPr>
            </a:lvl1pPr>
          </a:lstStyle>
          <a:p>
            <a:r>
              <a:rPr lang="en-US" dirty="0"/>
              <a:t>SECTION HEADING </a:t>
            </a:r>
          </a:p>
        </p:txBody>
      </p:sp>
      <p:sp>
        <p:nvSpPr>
          <p:cNvPr id="6" name="Text Placeholder 5">
            <a:extLst>
              <a:ext uri="{FF2B5EF4-FFF2-40B4-BE49-F238E27FC236}">
                <a16:creationId xmlns:a16="http://schemas.microsoft.com/office/drawing/2014/main" id="{D0F2D07D-A7FC-4644-ABD8-857C61BD98BC}"/>
              </a:ext>
            </a:extLst>
          </p:cNvPr>
          <p:cNvSpPr>
            <a:spLocks noGrp="1"/>
          </p:cNvSpPr>
          <p:nvPr>
            <p:ph type="body" sz="quarter" idx="12"/>
          </p:nvPr>
        </p:nvSpPr>
        <p:spPr>
          <a:xfrm>
            <a:off x="228600" y="1371600"/>
            <a:ext cx="8686800" cy="5029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117252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Dark: 25% Blu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4680E29-0639-4142-8893-ABFFEA725456}"/>
              </a:ext>
            </a:extLst>
          </p:cNvPr>
          <p:cNvSpPr/>
          <p:nvPr userDrawn="1"/>
        </p:nvSpPr>
        <p:spPr>
          <a:xfrm>
            <a:off x="9144000" y="0"/>
            <a:ext cx="3048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364D8E7-4B8B-E54C-8EC6-F2891417C0CB}"/>
              </a:ext>
            </a:extLst>
          </p:cNvPr>
          <p:cNvSpPr>
            <a:spLocks noGrp="1"/>
          </p:cNvSpPr>
          <p:nvPr>
            <p:ph type="title" hasCustomPrompt="1"/>
          </p:nvPr>
        </p:nvSpPr>
        <p:spPr>
          <a:xfrm>
            <a:off x="228600" y="228600"/>
            <a:ext cx="8686800" cy="950154"/>
          </a:xfrm>
        </p:spPr>
        <p:txBody>
          <a:bodyPr/>
          <a:lstStyle>
            <a:lvl1pPr>
              <a:defRPr sz="1200" b="0" i="0" spc="90" baseline="0">
                <a:latin typeface="IBM Plex Sans Text" charset="0"/>
                <a:ea typeface="IBM Plex Sans Text" charset="0"/>
                <a:cs typeface="IBM Plex Sans Text" charset="0"/>
              </a:defRPr>
            </a:lvl1pPr>
          </a:lstStyle>
          <a:p>
            <a:r>
              <a:rPr lang="en-US" dirty="0"/>
              <a:t>CLICK TO EDIT MASTER TITLE STYLE</a:t>
            </a:r>
          </a:p>
        </p:txBody>
      </p:sp>
      <p:sp>
        <p:nvSpPr>
          <p:cNvPr id="6" name="Text Placeholder 5">
            <a:extLst>
              <a:ext uri="{FF2B5EF4-FFF2-40B4-BE49-F238E27FC236}">
                <a16:creationId xmlns:a16="http://schemas.microsoft.com/office/drawing/2014/main" id="{D0F2D07D-A7FC-4644-ABD8-857C61BD98BC}"/>
              </a:ext>
            </a:extLst>
          </p:cNvPr>
          <p:cNvSpPr>
            <a:spLocks noGrp="1"/>
          </p:cNvSpPr>
          <p:nvPr>
            <p:ph type="body" sz="quarter" idx="12"/>
          </p:nvPr>
        </p:nvSpPr>
        <p:spPr>
          <a:xfrm>
            <a:off x="228600" y="1371600"/>
            <a:ext cx="8686800" cy="5029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1621967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ark: 25% Magenta">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4680E29-0639-4142-8893-ABFFEA725456}"/>
              </a:ext>
            </a:extLst>
          </p:cNvPr>
          <p:cNvSpPr/>
          <p:nvPr userDrawn="1"/>
        </p:nvSpPr>
        <p:spPr>
          <a:xfrm>
            <a:off x="9144000" y="0"/>
            <a:ext cx="3048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364D8E7-4B8B-E54C-8EC6-F2891417C0CB}"/>
              </a:ext>
            </a:extLst>
          </p:cNvPr>
          <p:cNvSpPr>
            <a:spLocks noGrp="1"/>
          </p:cNvSpPr>
          <p:nvPr>
            <p:ph type="title" hasCustomPrompt="1"/>
          </p:nvPr>
        </p:nvSpPr>
        <p:spPr>
          <a:xfrm>
            <a:off x="228600" y="228600"/>
            <a:ext cx="8686800" cy="950154"/>
          </a:xfrm>
        </p:spPr>
        <p:txBody>
          <a:bodyPr/>
          <a:lstStyle>
            <a:lvl1pPr>
              <a:defRPr sz="1200" b="0" i="0" spc="90" baseline="0">
                <a:latin typeface="IBM Plex Sans Text" charset="0"/>
                <a:ea typeface="IBM Plex Sans Text" charset="0"/>
                <a:cs typeface="IBM Plex Sans Text" charset="0"/>
              </a:defRPr>
            </a:lvl1pPr>
          </a:lstStyle>
          <a:p>
            <a:r>
              <a:rPr lang="en-US" dirty="0"/>
              <a:t>CLICK TO EDIT MASTER TITLE STYLE</a:t>
            </a:r>
          </a:p>
        </p:txBody>
      </p:sp>
      <p:sp>
        <p:nvSpPr>
          <p:cNvPr id="6" name="Text Placeholder 5">
            <a:extLst>
              <a:ext uri="{FF2B5EF4-FFF2-40B4-BE49-F238E27FC236}">
                <a16:creationId xmlns:a16="http://schemas.microsoft.com/office/drawing/2014/main" id="{D0F2D07D-A7FC-4644-ABD8-857C61BD98BC}"/>
              </a:ext>
            </a:extLst>
          </p:cNvPr>
          <p:cNvSpPr>
            <a:spLocks noGrp="1"/>
          </p:cNvSpPr>
          <p:nvPr>
            <p:ph type="body" sz="quarter" idx="12"/>
          </p:nvPr>
        </p:nvSpPr>
        <p:spPr>
          <a:xfrm>
            <a:off x="228600" y="1371600"/>
            <a:ext cx="8686800" cy="5029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14313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boxes (1 large, 4 small)">
    <p:spTree>
      <p:nvGrpSpPr>
        <p:cNvPr id="1" name=""/>
        <p:cNvGrpSpPr/>
        <p:nvPr/>
      </p:nvGrpSpPr>
      <p:grpSpPr>
        <a:xfrm>
          <a:off x="0" y="0"/>
          <a:ext cx="0" cy="0"/>
          <a:chOff x="0" y="0"/>
          <a:chExt cx="0" cy="0"/>
        </a:xfrm>
      </p:grpSpPr>
      <p:sp>
        <p:nvSpPr>
          <p:cNvPr id="2" name="Title"/>
          <p:cNvSpPr>
            <a:spLocks noGrp="1"/>
          </p:cNvSpPr>
          <p:nvPr>
            <p:ph type="title"/>
          </p:nvPr>
        </p:nvSpPr>
        <p:spPr>
          <a:xfrm>
            <a:off x="0" y="-1"/>
            <a:ext cx="12192000" cy="3425951"/>
          </a:xfrm>
          <a:noFill/>
        </p:spPr>
        <p:txBody>
          <a:bodyPr lIns="182880" tIns="164592" rIns="228600" bIns="228600"/>
          <a:lstStyle>
            <a:lvl1pPr>
              <a:defRPr sz="6400"/>
            </a:lvl1pPr>
          </a:lstStyle>
          <a:p>
            <a:r>
              <a:rPr lang="en-US"/>
              <a:t>Click to edit Master title style</a:t>
            </a:r>
            <a:endParaRPr lang="en-US" dirty="0"/>
          </a:p>
        </p:txBody>
      </p:sp>
      <p:sp>
        <p:nvSpPr>
          <p:cNvPr id="7" name="Content Placeholder 1"/>
          <p:cNvSpPr>
            <a:spLocks noGrp="1"/>
          </p:cNvSpPr>
          <p:nvPr>
            <p:ph sz="quarter" idx="20"/>
          </p:nvPr>
        </p:nvSpPr>
        <p:spPr>
          <a:xfrm>
            <a:off x="0" y="3426885"/>
            <a:ext cx="3048000" cy="3431116"/>
          </a:xfrm>
          <a:solidFill>
            <a:srgbClr val="061F80"/>
          </a:solidFill>
        </p:spPr>
        <p:txBody>
          <a:bodyPr lIns="219456" tIns="201168" rIns="228600" bIns="228600"/>
          <a:lstStyle>
            <a:lvl1pPr>
              <a:defRPr>
                <a:solidFill>
                  <a:schemeClr val="bg1"/>
                </a:solidFill>
              </a:defRPr>
            </a:lvl1pPr>
          </a:lstStyle>
          <a:p>
            <a:pPr lvl="0"/>
            <a:r>
              <a:rPr lang="en-US"/>
              <a:t>Click to edit Master text styles</a:t>
            </a:r>
          </a:p>
        </p:txBody>
      </p:sp>
      <p:sp>
        <p:nvSpPr>
          <p:cNvPr id="14" name="Content Placeholder 2"/>
          <p:cNvSpPr>
            <a:spLocks noGrp="1"/>
          </p:cNvSpPr>
          <p:nvPr>
            <p:ph sz="quarter" idx="19"/>
          </p:nvPr>
        </p:nvSpPr>
        <p:spPr>
          <a:xfrm>
            <a:off x="3048001" y="3426885"/>
            <a:ext cx="3048000" cy="3431116"/>
          </a:xfrm>
          <a:solidFill>
            <a:srgbClr val="054ADA"/>
          </a:solidFill>
          <a:ln>
            <a:noFill/>
          </a:ln>
        </p:spPr>
        <p:txBody>
          <a:bodyPr lIns="219456" tIns="201168" rIns="228600" bIns="228600"/>
          <a:lstStyle>
            <a:lvl1pPr>
              <a:defRPr>
                <a:solidFill>
                  <a:schemeClr val="bg1"/>
                </a:solidFill>
              </a:defRPr>
            </a:lvl1pPr>
          </a:lstStyle>
          <a:p>
            <a:pPr lvl="0"/>
            <a:r>
              <a:rPr lang="en-US"/>
              <a:t>Click to edit Master text styles</a:t>
            </a:r>
          </a:p>
        </p:txBody>
      </p:sp>
      <p:sp>
        <p:nvSpPr>
          <p:cNvPr id="6" name="Content Placeholder 3"/>
          <p:cNvSpPr>
            <a:spLocks noGrp="1"/>
          </p:cNvSpPr>
          <p:nvPr>
            <p:ph sz="quarter" idx="17"/>
          </p:nvPr>
        </p:nvSpPr>
        <p:spPr>
          <a:xfrm>
            <a:off x="6096000" y="3426883"/>
            <a:ext cx="3048000" cy="3431117"/>
          </a:xfrm>
          <a:solidFill>
            <a:schemeClr val="accent2"/>
          </a:solidFill>
          <a:ln>
            <a:noFill/>
          </a:ln>
        </p:spPr>
        <p:txBody>
          <a:bodyPr lIns="219456" tIns="201168" rIns="228600" bIns="228600"/>
          <a:lstStyle>
            <a:lvl1pPr>
              <a:defRPr>
                <a:solidFill>
                  <a:schemeClr val="bg1"/>
                </a:solidFill>
              </a:defRPr>
            </a:lvl1pPr>
          </a:lstStyle>
          <a:p>
            <a:pPr lvl="0"/>
            <a:r>
              <a:rPr lang="en-US"/>
              <a:t>Click to edit Master text styles</a:t>
            </a:r>
          </a:p>
        </p:txBody>
      </p:sp>
      <p:sp>
        <p:nvSpPr>
          <p:cNvPr id="11" name="Content Placeholder 4"/>
          <p:cNvSpPr>
            <a:spLocks noGrp="1"/>
          </p:cNvSpPr>
          <p:nvPr>
            <p:ph sz="quarter" idx="18"/>
          </p:nvPr>
        </p:nvSpPr>
        <p:spPr>
          <a:xfrm>
            <a:off x="9144000" y="3426883"/>
            <a:ext cx="3048000" cy="3431117"/>
          </a:xfrm>
          <a:solidFill>
            <a:srgbClr val="6EA6FF"/>
          </a:solidFill>
          <a:ln>
            <a:noFill/>
          </a:ln>
        </p:spPr>
        <p:txBody>
          <a:bodyPr lIns="219456" tIns="201168" rIns="228600" bIns="228600"/>
          <a:lstStyle>
            <a:lvl1pPr>
              <a:defRPr>
                <a:solidFill>
                  <a:schemeClr val="tx1"/>
                </a:solidFill>
              </a:defRPr>
            </a:lvl1pPr>
          </a:lstStyle>
          <a:p>
            <a:pPr lvl="0"/>
            <a:r>
              <a:rPr lang="en-US"/>
              <a:t>Click to edit Master text styles</a:t>
            </a:r>
          </a:p>
        </p:txBody>
      </p:sp>
    </p:spTree>
    <p:extLst>
      <p:ext uri="{BB962C8B-B14F-4D97-AF65-F5344CB8AC3E}">
        <p14:creationId xmlns:p14="http://schemas.microsoft.com/office/powerpoint/2010/main" val="93831911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oxes (4 tall)">
    <p:spTree>
      <p:nvGrpSpPr>
        <p:cNvPr id="1" name=""/>
        <p:cNvGrpSpPr/>
        <p:nvPr/>
      </p:nvGrpSpPr>
      <p:grpSpPr>
        <a:xfrm>
          <a:off x="0" y="0"/>
          <a:ext cx="0" cy="0"/>
          <a:chOff x="0" y="0"/>
          <a:chExt cx="0" cy="0"/>
        </a:xfrm>
      </p:grpSpPr>
      <p:sp>
        <p:nvSpPr>
          <p:cNvPr id="11" name="Content Placeholder 1"/>
          <p:cNvSpPr>
            <a:spLocks noGrp="1"/>
          </p:cNvSpPr>
          <p:nvPr>
            <p:ph sz="quarter" idx="12"/>
          </p:nvPr>
        </p:nvSpPr>
        <p:spPr>
          <a:xfrm>
            <a:off x="0" y="0"/>
            <a:ext cx="3048000" cy="6864096"/>
          </a:xfrm>
          <a:solidFill>
            <a:srgbClr val="061F80"/>
          </a:solidFill>
        </p:spPr>
        <p:txBody>
          <a:bodyPr lIns="219456" tIns="201168" rIns="228600" bIns="228600"/>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2"/>
          <p:cNvSpPr>
            <a:spLocks noGrp="1"/>
          </p:cNvSpPr>
          <p:nvPr>
            <p:ph sz="quarter" idx="13"/>
          </p:nvPr>
        </p:nvSpPr>
        <p:spPr>
          <a:xfrm>
            <a:off x="3048000" y="0"/>
            <a:ext cx="3048000" cy="6864096"/>
          </a:xfrm>
          <a:solidFill>
            <a:srgbClr val="054ADA"/>
          </a:solidFill>
        </p:spPr>
        <p:txBody>
          <a:bodyPr lIns="219456" tIns="201168" rIns="228600" bIns="228600"/>
          <a:lstStyle>
            <a:lvl1pP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Content Placeholder 3"/>
          <p:cNvSpPr>
            <a:spLocks noGrp="1"/>
          </p:cNvSpPr>
          <p:nvPr>
            <p:ph sz="quarter" idx="14"/>
          </p:nvPr>
        </p:nvSpPr>
        <p:spPr>
          <a:xfrm>
            <a:off x="6096000" y="0"/>
            <a:ext cx="3048000" cy="6864096"/>
          </a:xfrm>
          <a:solidFill>
            <a:schemeClr val="accent2"/>
          </a:solidFill>
        </p:spPr>
        <p:txBody>
          <a:bodyPr lIns="219456" tIns="201168" rIns="228600" bIns="228600"/>
          <a:lstStyle>
            <a:lvl1pP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Content Placeholder 4"/>
          <p:cNvSpPr>
            <a:spLocks noGrp="1"/>
          </p:cNvSpPr>
          <p:nvPr>
            <p:ph sz="quarter" idx="15"/>
          </p:nvPr>
        </p:nvSpPr>
        <p:spPr>
          <a:xfrm>
            <a:off x="9144000" y="0"/>
            <a:ext cx="3048000" cy="6864096"/>
          </a:xfrm>
          <a:solidFill>
            <a:srgbClr val="6EA6FF"/>
          </a:solidFill>
        </p:spPr>
        <p:txBody>
          <a:bodyPr lIns="219456" tIns="201168" rIns="228600" bIns="228600"/>
          <a:lstStyle>
            <a:lvl1pPr>
              <a:defRPr>
                <a:solidFill>
                  <a:schemeClr val="tx1"/>
                </a:solidFill>
              </a:defRPr>
            </a:lvl1pPr>
            <a:lvl2pPr>
              <a:buClr>
                <a:schemeClr val="tx1"/>
              </a:buClr>
              <a:defRPr>
                <a:solidFill>
                  <a:schemeClr val="tx1"/>
                </a:solidFill>
              </a:defRPr>
            </a:lvl2pPr>
            <a:lvl3pPr>
              <a:buClr>
                <a:schemeClr val="tx1"/>
              </a:buClr>
              <a:defRPr>
                <a:solidFill>
                  <a:schemeClr val="tx1"/>
                </a:solidFill>
              </a:defRPr>
            </a:lvl3pPr>
            <a:lvl4pPr>
              <a:buClr>
                <a:schemeClr val="tx1"/>
              </a:buClr>
              <a:defRPr>
                <a:solidFill>
                  <a:schemeClr val="tx1"/>
                </a:solidFill>
              </a:defRPr>
            </a:lvl4pPr>
            <a:lvl5pPr>
              <a:buClr>
                <a:schemeClr val="tx1"/>
              </a:buCl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08113579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_boxes (3 med, 2 small)">
    <p:spTree>
      <p:nvGrpSpPr>
        <p:cNvPr id="1" name=""/>
        <p:cNvGrpSpPr/>
        <p:nvPr/>
      </p:nvGrpSpPr>
      <p:grpSpPr>
        <a:xfrm>
          <a:off x="0" y="0"/>
          <a:ext cx="0" cy="0"/>
          <a:chOff x="0" y="0"/>
          <a:chExt cx="0" cy="0"/>
        </a:xfrm>
      </p:grpSpPr>
      <p:sp>
        <p:nvSpPr>
          <p:cNvPr id="14" name="Content Placeholder 4"/>
          <p:cNvSpPr>
            <a:spLocks noGrp="1"/>
          </p:cNvSpPr>
          <p:nvPr>
            <p:ph sz="quarter" idx="19"/>
          </p:nvPr>
        </p:nvSpPr>
        <p:spPr>
          <a:xfrm>
            <a:off x="6096000" y="3426885"/>
            <a:ext cx="6096000" cy="3431116"/>
          </a:xfrm>
          <a:solidFill>
            <a:schemeClr val="accent2"/>
          </a:solidFill>
          <a:ln>
            <a:noFill/>
          </a:ln>
        </p:spPr>
        <p:txBody>
          <a:bodyPr lIns="219456" tIns="201168" rIns="228600" bIns="228600"/>
          <a:lstStyle>
            <a:lvl1pPr>
              <a:defRPr>
                <a:solidFill>
                  <a:schemeClr val="bg1"/>
                </a:solidFill>
              </a:defRPr>
            </a:lvl1pPr>
          </a:lstStyle>
          <a:p>
            <a:pPr lvl="0"/>
            <a:r>
              <a:rPr lang="en-US"/>
              <a:t>Click to edit Master text styles</a:t>
            </a:r>
          </a:p>
        </p:txBody>
      </p:sp>
      <p:sp>
        <p:nvSpPr>
          <p:cNvPr id="9" name="Content Placeholder 4">
            <a:extLst>
              <a:ext uri="{FF2B5EF4-FFF2-40B4-BE49-F238E27FC236}">
                <a16:creationId xmlns:a16="http://schemas.microsoft.com/office/drawing/2014/main" id="{07138F88-8273-3741-B4CF-DD568233C628}"/>
              </a:ext>
            </a:extLst>
          </p:cNvPr>
          <p:cNvSpPr>
            <a:spLocks noGrp="1"/>
          </p:cNvSpPr>
          <p:nvPr>
            <p:ph sz="quarter" idx="20"/>
          </p:nvPr>
        </p:nvSpPr>
        <p:spPr>
          <a:xfrm>
            <a:off x="6096000" y="-4231"/>
            <a:ext cx="6096000" cy="3431116"/>
          </a:xfrm>
          <a:solidFill>
            <a:schemeClr val="accent2"/>
          </a:solidFill>
          <a:ln>
            <a:noFill/>
          </a:ln>
        </p:spPr>
        <p:txBody>
          <a:bodyPr lIns="219456" tIns="201168" rIns="228600" bIns="228600"/>
          <a:lstStyle>
            <a:lvl1pPr>
              <a:defRPr>
                <a:solidFill>
                  <a:schemeClr val="bg1"/>
                </a:solidFill>
              </a:defRPr>
            </a:lvl1pPr>
          </a:lstStyle>
          <a:p>
            <a:pPr lvl="0"/>
            <a:r>
              <a:rPr lang="en-US"/>
              <a:t>Click to edit Master text styles</a:t>
            </a:r>
          </a:p>
        </p:txBody>
      </p:sp>
      <p:sp>
        <p:nvSpPr>
          <p:cNvPr id="10" name="Title">
            <a:extLst>
              <a:ext uri="{FF2B5EF4-FFF2-40B4-BE49-F238E27FC236}">
                <a16:creationId xmlns:a16="http://schemas.microsoft.com/office/drawing/2014/main" id="{8049DAC3-9571-9F4E-9CB7-3A686AE4EBAE}"/>
              </a:ext>
            </a:extLst>
          </p:cNvPr>
          <p:cNvSpPr>
            <a:spLocks noGrp="1"/>
          </p:cNvSpPr>
          <p:nvPr>
            <p:ph type="title"/>
          </p:nvPr>
        </p:nvSpPr>
        <p:spPr>
          <a:xfrm>
            <a:off x="280416" y="268224"/>
            <a:ext cx="5522976" cy="1066800"/>
          </a:xfrm>
        </p:spPr>
        <p:txBody>
          <a:bodyPr/>
          <a:lstStyle/>
          <a:p>
            <a:r>
              <a:rPr lang="en-US" dirty="0"/>
              <a:t>Click to edit Master title style</a:t>
            </a:r>
          </a:p>
        </p:txBody>
      </p:sp>
      <p:sp>
        <p:nvSpPr>
          <p:cNvPr id="12" name="Text Placeholder">
            <a:extLst>
              <a:ext uri="{FF2B5EF4-FFF2-40B4-BE49-F238E27FC236}">
                <a16:creationId xmlns:a16="http://schemas.microsoft.com/office/drawing/2014/main" id="{C80370ED-1332-4042-9D5D-3940430CA5C1}"/>
              </a:ext>
            </a:extLst>
          </p:cNvPr>
          <p:cNvSpPr>
            <a:spLocks noGrp="1"/>
          </p:cNvSpPr>
          <p:nvPr>
            <p:ph type="body" sz="quarter" idx="13"/>
          </p:nvPr>
        </p:nvSpPr>
        <p:spPr>
          <a:xfrm>
            <a:off x="292608" y="1658112"/>
            <a:ext cx="5498592" cy="433628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3549311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section, title, text (four columns)">
    <p:spTree>
      <p:nvGrpSpPr>
        <p:cNvPr id="1" name=""/>
        <p:cNvGrpSpPr/>
        <p:nvPr/>
      </p:nvGrpSpPr>
      <p:grpSpPr>
        <a:xfrm>
          <a:off x="0" y="0"/>
          <a:ext cx="0" cy="0"/>
          <a:chOff x="0" y="0"/>
          <a:chExt cx="0" cy="0"/>
        </a:xfrm>
      </p:grpSpPr>
      <p:sp>
        <p:nvSpPr>
          <p:cNvPr id="2" name="Title 1"/>
          <p:cNvSpPr>
            <a:spLocks noGrp="1"/>
          </p:cNvSpPr>
          <p:nvPr>
            <p:ph type="title"/>
          </p:nvPr>
        </p:nvSpPr>
        <p:spPr>
          <a:xfrm>
            <a:off x="304800" y="548640"/>
            <a:ext cx="8534400" cy="853440"/>
          </a:xfrm>
        </p:spPr>
        <p:txBody>
          <a:bodyPr/>
          <a:lstStyle/>
          <a:p>
            <a:r>
              <a:rPr lang="en-US" dirty="0"/>
              <a:t>Click to edit Master title style</a:t>
            </a:r>
          </a:p>
        </p:txBody>
      </p:sp>
      <p:sp>
        <p:nvSpPr>
          <p:cNvPr id="6" name="Text Placeholder 5"/>
          <p:cNvSpPr>
            <a:spLocks noGrp="1"/>
          </p:cNvSpPr>
          <p:nvPr>
            <p:ph type="body" sz="quarter" idx="12"/>
          </p:nvPr>
        </p:nvSpPr>
        <p:spPr>
          <a:xfrm>
            <a:off x="6400800" y="1457962"/>
            <a:ext cx="2438400" cy="4786207"/>
          </a:xfrm>
        </p:spPr>
        <p:txBody>
          <a:bodyPr/>
          <a:lstStyle>
            <a:lvl1pPr>
              <a:defRPr sz="2133"/>
            </a:lvl1pPr>
            <a:lvl2pPr marL="0" indent="0">
              <a:spcBef>
                <a:spcPts val="1467"/>
              </a:spcBef>
              <a:buFontTx/>
              <a:buNone/>
              <a:defRPr sz="1467"/>
            </a:lvl2pPr>
            <a:lvl3pPr>
              <a:defRPr sz="1467"/>
            </a:lvl3pPr>
            <a:lvl4pPr>
              <a:defRPr sz="1467"/>
            </a:lvl4pPr>
            <a:lvl5pPr>
              <a:defRPr sz="14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11"/>
          <p:cNvSpPr>
            <a:spLocks noGrp="1"/>
          </p:cNvSpPr>
          <p:nvPr>
            <p:ph type="body" sz="quarter" idx="13"/>
          </p:nvPr>
        </p:nvSpPr>
        <p:spPr>
          <a:xfrm>
            <a:off x="304800" y="268228"/>
            <a:ext cx="5486400" cy="400049"/>
          </a:xfrm>
        </p:spPr>
        <p:txBody>
          <a:bodyPr/>
          <a:lstStyle>
            <a:lvl1pPr>
              <a:defRPr sz="1467"/>
            </a:lvl1pPr>
          </a:lstStyle>
          <a:p>
            <a:pPr lvl="0"/>
            <a:r>
              <a:rPr lang="en-US"/>
              <a:t>Click to edit Master text styles</a:t>
            </a:r>
          </a:p>
        </p:txBody>
      </p:sp>
      <p:sp>
        <p:nvSpPr>
          <p:cNvPr id="7" name="Text Placeholder 6"/>
          <p:cNvSpPr>
            <a:spLocks noGrp="1"/>
          </p:cNvSpPr>
          <p:nvPr>
            <p:ph type="body" sz="quarter" idx="14"/>
          </p:nvPr>
        </p:nvSpPr>
        <p:spPr>
          <a:xfrm>
            <a:off x="304800" y="1457962"/>
            <a:ext cx="2438400" cy="4786207"/>
          </a:xfrm>
        </p:spPr>
        <p:txBody>
          <a:bodyPr/>
          <a:lstStyle>
            <a:lvl1pPr>
              <a:spcBef>
                <a:spcPts val="1467"/>
              </a:spcBef>
              <a:defRPr sz="2133"/>
            </a:lvl1pPr>
            <a:lvl2pPr marL="0" indent="0">
              <a:spcBef>
                <a:spcPts val="1467"/>
              </a:spcBef>
              <a:buFontTx/>
              <a:buNone/>
              <a:defRPr sz="1467"/>
            </a:lvl2pPr>
            <a:lvl3pPr>
              <a:defRPr sz="1467"/>
            </a:lvl3pPr>
            <a:lvl4pPr>
              <a:defRPr sz="1467"/>
            </a:lvl4pPr>
            <a:lvl5pPr>
              <a:defRPr sz="14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7"/>
          <p:cNvSpPr>
            <a:spLocks noGrp="1"/>
          </p:cNvSpPr>
          <p:nvPr>
            <p:ph type="body" sz="quarter" idx="15"/>
          </p:nvPr>
        </p:nvSpPr>
        <p:spPr>
          <a:xfrm>
            <a:off x="3352800" y="1457962"/>
            <a:ext cx="2438400" cy="4786207"/>
          </a:xfrm>
        </p:spPr>
        <p:txBody>
          <a:bodyPr/>
          <a:lstStyle>
            <a:lvl1pPr>
              <a:defRPr sz="2133"/>
            </a:lvl1pPr>
            <a:lvl2pPr marL="0" indent="0">
              <a:spcBef>
                <a:spcPts val="1467"/>
              </a:spcBef>
              <a:buFontTx/>
              <a:buNone/>
              <a:defRPr sz="1467"/>
            </a:lvl2pPr>
            <a:lvl3pPr>
              <a:defRPr sz="1467"/>
            </a:lvl3pPr>
            <a:lvl4pPr>
              <a:defRPr sz="1467"/>
            </a:lvl4pPr>
            <a:lvl5pPr>
              <a:defRPr sz="14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9"/>
          <p:cNvSpPr>
            <a:spLocks noGrp="1"/>
          </p:cNvSpPr>
          <p:nvPr>
            <p:ph type="body" sz="quarter" idx="16"/>
          </p:nvPr>
        </p:nvSpPr>
        <p:spPr>
          <a:xfrm>
            <a:off x="9448800" y="1457962"/>
            <a:ext cx="2438400" cy="4786207"/>
          </a:xfrm>
        </p:spPr>
        <p:txBody>
          <a:bodyPr/>
          <a:lstStyle>
            <a:lvl1pPr>
              <a:defRPr sz="2133"/>
            </a:lvl1pPr>
            <a:lvl2pPr marL="0" indent="0">
              <a:spcBef>
                <a:spcPts val="1467"/>
              </a:spcBef>
              <a:buFontTx/>
              <a:buNone/>
              <a:defRPr sz="1467"/>
            </a:lvl2pPr>
            <a:lvl3pPr>
              <a:defRPr sz="1467"/>
            </a:lvl3pPr>
            <a:lvl4pPr>
              <a:defRPr sz="1467"/>
            </a:lvl4pPr>
            <a:lvl5pPr>
              <a:defRPr sz="14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82336438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blank (no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40710464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Persona Detail">
  <p:cSld name="Persona Detail">
    <p:spTree>
      <p:nvGrpSpPr>
        <p:cNvPr id="1" name="Shape 446"/>
        <p:cNvGrpSpPr/>
        <p:nvPr/>
      </p:nvGrpSpPr>
      <p:grpSpPr>
        <a:xfrm>
          <a:off x="0" y="0"/>
          <a:ext cx="0" cy="0"/>
          <a:chOff x="0" y="0"/>
          <a:chExt cx="0" cy="0"/>
        </a:xfrm>
      </p:grpSpPr>
      <p:sp>
        <p:nvSpPr>
          <p:cNvPr id="447" name="Google Shape;447;p50"/>
          <p:cNvSpPr txBox="1">
            <a:spLocks noGrp="1"/>
          </p:cNvSpPr>
          <p:nvPr>
            <p:ph type="body" idx="1"/>
          </p:nvPr>
        </p:nvSpPr>
        <p:spPr>
          <a:xfrm>
            <a:off x="7487245" y="1252589"/>
            <a:ext cx="1290919" cy="328295"/>
          </a:xfrm>
          <a:prstGeom prst="rect">
            <a:avLst/>
          </a:prstGeom>
          <a:noFill/>
          <a:ln>
            <a:noFill/>
          </a:ln>
        </p:spPr>
        <p:txBody>
          <a:bodyPr spcFirstLastPara="1" wrap="square" lIns="34275" tIns="17150" rIns="34275" bIns="17150" anchor="ctr" anchorCtr="0">
            <a:normAutofit/>
          </a:bodyPr>
          <a:lstStyle>
            <a:lvl1pPr marL="609585" lvl="0" indent="-304792" algn="r">
              <a:lnSpc>
                <a:spcPct val="90000"/>
              </a:lnSpc>
              <a:spcBef>
                <a:spcPts val="0"/>
              </a:spcBef>
              <a:spcAft>
                <a:spcPts val="0"/>
              </a:spcAft>
              <a:buSzPts val="2100"/>
              <a:buFont typeface="Inter"/>
              <a:buNone/>
              <a:defRPr sz="1333" i="1">
                <a:latin typeface="+mn-lt"/>
                <a:ea typeface="Inter"/>
                <a:cs typeface="Inter"/>
                <a:sym typeface="Inter"/>
              </a:defRPr>
            </a:lvl1pPr>
            <a:lvl2pPr marL="1219170" lvl="1" indent="-304792" algn="l">
              <a:lnSpc>
                <a:spcPct val="90000"/>
              </a:lnSpc>
              <a:spcBef>
                <a:spcPts val="533"/>
              </a:spcBef>
              <a:spcAft>
                <a:spcPts val="0"/>
              </a:spcAft>
              <a:buSzPts val="1800"/>
              <a:buFont typeface="Inter"/>
              <a:buNone/>
              <a:defRPr sz="1467" i="1"/>
            </a:lvl2pPr>
            <a:lvl3pPr marL="1828754" lvl="2" indent="-304792" algn="l">
              <a:lnSpc>
                <a:spcPct val="90000"/>
              </a:lnSpc>
              <a:spcBef>
                <a:spcPts val="533"/>
              </a:spcBef>
              <a:spcAft>
                <a:spcPts val="0"/>
              </a:spcAft>
              <a:buSzPts val="1500"/>
              <a:buFont typeface="Inter"/>
              <a:buNone/>
              <a:defRPr sz="1467" i="1"/>
            </a:lvl3pPr>
            <a:lvl4pPr marL="2438339" lvl="3" indent="-304792" algn="l">
              <a:lnSpc>
                <a:spcPct val="90000"/>
              </a:lnSpc>
              <a:spcBef>
                <a:spcPts val="533"/>
              </a:spcBef>
              <a:spcAft>
                <a:spcPts val="0"/>
              </a:spcAft>
              <a:buSzPts val="1400"/>
              <a:buFont typeface="Inter"/>
              <a:buNone/>
              <a:defRPr sz="1467" i="1"/>
            </a:lvl4pPr>
            <a:lvl5pPr marL="3047924" lvl="4" indent="-304792" algn="l">
              <a:lnSpc>
                <a:spcPct val="90000"/>
              </a:lnSpc>
              <a:spcBef>
                <a:spcPts val="533"/>
              </a:spcBef>
              <a:spcAft>
                <a:spcPts val="0"/>
              </a:spcAft>
              <a:buSzPts val="1400"/>
              <a:buFont typeface="Inter"/>
              <a:buNone/>
              <a:defRPr sz="1467" i="1"/>
            </a:lvl5pPr>
            <a:lvl6pPr marL="3657509" lvl="5" indent="-423323" algn="l">
              <a:lnSpc>
                <a:spcPct val="90000"/>
              </a:lnSpc>
              <a:spcBef>
                <a:spcPts val="533"/>
              </a:spcBef>
              <a:spcAft>
                <a:spcPts val="0"/>
              </a:spcAft>
              <a:buSzPts val="1400"/>
              <a:buFont typeface="Inter"/>
              <a:buChar char="​"/>
              <a:defRPr sz="667"/>
            </a:lvl6pPr>
            <a:lvl7pPr marL="4267093" lvl="6" indent="-423323" algn="l">
              <a:lnSpc>
                <a:spcPct val="90000"/>
              </a:lnSpc>
              <a:spcBef>
                <a:spcPts val="533"/>
              </a:spcBef>
              <a:spcAft>
                <a:spcPts val="0"/>
              </a:spcAft>
              <a:buSzPts val="1400"/>
              <a:buFont typeface="Inter"/>
              <a:buChar char="​"/>
              <a:defRPr sz="667"/>
            </a:lvl7pPr>
            <a:lvl8pPr marL="4876678" lvl="7" indent="-423323" algn="l">
              <a:lnSpc>
                <a:spcPct val="90000"/>
              </a:lnSpc>
              <a:spcBef>
                <a:spcPts val="533"/>
              </a:spcBef>
              <a:spcAft>
                <a:spcPts val="0"/>
              </a:spcAft>
              <a:buSzPts val="1400"/>
              <a:buFont typeface="Inter"/>
              <a:buChar char="​"/>
              <a:defRPr sz="667"/>
            </a:lvl8pPr>
            <a:lvl9pPr marL="5486263" lvl="8" indent="-423323" algn="l">
              <a:lnSpc>
                <a:spcPct val="90000"/>
              </a:lnSpc>
              <a:spcBef>
                <a:spcPts val="533"/>
              </a:spcBef>
              <a:spcAft>
                <a:spcPts val="0"/>
              </a:spcAft>
              <a:buSzPts val="1400"/>
              <a:buFont typeface="Inter"/>
              <a:buChar char="​"/>
              <a:defRPr sz="667"/>
            </a:lvl9pPr>
          </a:lstStyle>
          <a:p>
            <a:endParaRPr dirty="0"/>
          </a:p>
        </p:txBody>
      </p:sp>
      <p:sp>
        <p:nvSpPr>
          <p:cNvPr id="448" name="Google Shape;448;p50"/>
          <p:cNvSpPr txBox="1">
            <a:spLocks noGrp="1"/>
          </p:cNvSpPr>
          <p:nvPr>
            <p:ph type="body" idx="2"/>
          </p:nvPr>
        </p:nvSpPr>
        <p:spPr>
          <a:xfrm>
            <a:off x="3701789" y="1252589"/>
            <a:ext cx="3102985" cy="328295"/>
          </a:xfrm>
          <a:prstGeom prst="rect">
            <a:avLst/>
          </a:prstGeom>
          <a:noFill/>
          <a:ln>
            <a:noFill/>
          </a:ln>
        </p:spPr>
        <p:txBody>
          <a:bodyPr spcFirstLastPara="1" wrap="square" lIns="34275" tIns="17150" rIns="34275" bIns="17150" anchor="ctr" anchorCtr="0">
            <a:normAutofit/>
          </a:bodyPr>
          <a:lstStyle>
            <a:lvl1pPr marL="609585" lvl="0" indent="-304792" algn="l">
              <a:lnSpc>
                <a:spcPct val="90000"/>
              </a:lnSpc>
              <a:spcBef>
                <a:spcPts val="0"/>
              </a:spcBef>
              <a:spcAft>
                <a:spcPts val="0"/>
              </a:spcAft>
              <a:buSzPts val="2100"/>
              <a:buFont typeface="Inter"/>
              <a:buNone/>
              <a:defRPr sz="1333" i="1">
                <a:latin typeface="+mn-lt"/>
                <a:ea typeface="Inter"/>
                <a:cs typeface="Inter"/>
                <a:sym typeface="Inter"/>
              </a:defRPr>
            </a:lvl1pPr>
            <a:lvl2pPr marL="1219170" lvl="1" indent="-457189" algn="l">
              <a:lnSpc>
                <a:spcPct val="90000"/>
              </a:lnSpc>
              <a:spcBef>
                <a:spcPts val="533"/>
              </a:spcBef>
              <a:spcAft>
                <a:spcPts val="0"/>
              </a:spcAft>
              <a:buSzPts val="1800"/>
              <a:buFont typeface="Inter"/>
              <a:buChar char="•"/>
              <a:defRPr sz="667"/>
            </a:lvl2pPr>
            <a:lvl3pPr marL="1828754" lvl="2" indent="-431789" algn="l">
              <a:lnSpc>
                <a:spcPct val="90000"/>
              </a:lnSpc>
              <a:spcBef>
                <a:spcPts val="533"/>
              </a:spcBef>
              <a:spcAft>
                <a:spcPts val="0"/>
              </a:spcAft>
              <a:buSzPts val="1500"/>
              <a:buFont typeface="Inter"/>
              <a:buChar char="•"/>
              <a:defRPr sz="667"/>
            </a:lvl3pPr>
            <a:lvl4pPr marL="2438339" lvl="3" indent="-423323" algn="l">
              <a:lnSpc>
                <a:spcPct val="90000"/>
              </a:lnSpc>
              <a:spcBef>
                <a:spcPts val="533"/>
              </a:spcBef>
              <a:spcAft>
                <a:spcPts val="0"/>
              </a:spcAft>
              <a:buSzPts val="1400"/>
              <a:buFont typeface="Inter"/>
              <a:buChar char="•"/>
              <a:defRPr sz="667"/>
            </a:lvl4pPr>
            <a:lvl5pPr marL="3047924" lvl="4" indent="-423323" algn="l">
              <a:lnSpc>
                <a:spcPct val="90000"/>
              </a:lnSpc>
              <a:spcBef>
                <a:spcPts val="533"/>
              </a:spcBef>
              <a:spcAft>
                <a:spcPts val="0"/>
              </a:spcAft>
              <a:buSzPts val="1400"/>
              <a:buFont typeface="Inter"/>
              <a:buChar char="​"/>
              <a:defRPr sz="667"/>
            </a:lvl5pPr>
            <a:lvl6pPr marL="3657509" lvl="5" indent="-423323" algn="l">
              <a:lnSpc>
                <a:spcPct val="90000"/>
              </a:lnSpc>
              <a:spcBef>
                <a:spcPts val="533"/>
              </a:spcBef>
              <a:spcAft>
                <a:spcPts val="0"/>
              </a:spcAft>
              <a:buSzPts val="1400"/>
              <a:buFont typeface="Inter"/>
              <a:buChar char="​"/>
              <a:defRPr sz="667"/>
            </a:lvl6pPr>
            <a:lvl7pPr marL="4267093" lvl="6" indent="-423323" algn="l">
              <a:lnSpc>
                <a:spcPct val="90000"/>
              </a:lnSpc>
              <a:spcBef>
                <a:spcPts val="533"/>
              </a:spcBef>
              <a:spcAft>
                <a:spcPts val="0"/>
              </a:spcAft>
              <a:buSzPts val="1400"/>
              <a:buFont typeface="Inter"/>
              <a:buChar char="​"/>
              <a:defRPr sz="667"/>
            </a:lvl7pPr>
            <a:lvl8pPr marL="4876678" lvl="7" indent="-423323" algn="l">
              <a:lnSpc>
                <a:spcPct val="90000"/>
              </a:lnSpc>
              <a:spcBef>
                <a:spcPts val="533"/>
              </a:spcBef>
              <a:spcAft>
                <a:spcPts val="0"/>
              </a:spcAft>
              <a:buSzPts val="1400"/>
              <a:buFont typeface="Inter"/>
              <a:buChar char="​"/>
              <a:defRPr sz="667"/>
            </a:lvl8pPr>
            <a:lvl9pPr marL="5486263" lvl="8" indent="-423323" algn="l">
              <a:lnSpc>
                <a:spcPct val="90000"/>
              </a:lnSpc>
              <a:spcBef>
                <a:spcPts val="533"/>
              </a:spcBef>
              <a:spcAft>
                <a:spcPts val="0"/>
              </a:spcAft>
              <a:buSzPts val="1400"/>
              <a:buFont typeface="Inter"/>
              <a:buChar char="​"/>
              <a:defRPr sz="667"/>
            </a:lvl9pPr>
          </a:lstStyle>
          <a:p>
            <a:endParaRPr dirty="0"/>
          </a:p>
        </p:txBody>
      </p:sp>
      <p:sp>
        <p:nvSpPr>
          <p:cNvPr id="449" name="Google Shape;449;p50"/>
          <p:cNvSpPr txBox="1">
            <a:spLocks noGrp="1"/>
          </p:cNvSpPr>
          <p:nvPr>
            <p:ph type="body" idx="3"/>
          </p:nvPr>
        </p:nvSpPr>
        <p:spPr>
          <a:xfrm>
            <a:off x="2316562" y="1252589"/>
            <a:ext cx="1290919" cy="328295"/>
          </a:xfrm>
          <a:prstGeom prst="rect">
            <a:avLst/>
          </a:prstGeom>
          <a:noFill/>
          <a:ln>
            <a:noFill/>
          </a:ln>
        </p:spPr>
        <p:txBody>
          <a:bodyPr spcFirstLastPara="1" wrap="square" lIns="34275" tIns="17150" rIns="34275" bIns="17150" anchor="ctr" anchorCtr="0">
            <a:normAutofit/>
          </a:bodyPr>
          <a:lstStyle>
            <a:lvl1pPr marL="609585" lvl="0" indent="-304792" algn="r">
              <a:lnSpc>
                <a:spcPct val="90000"/>
              </a:lnSpc>
              <a:spcBef>
                <a:spcPts val="0"/>
              </a:spcBef>
              <a:spcAft>
                <a:spcPts val="0"/>
              </a:spcAft>
              <a:buSzPts val="2100"/>
              <a:buFont typeface="Inter"/>
              <a:buNone/>
              <a:defRPr sz="1333" i="1">
                <a:latin typeface="+mn-lt"/>
                <a:ea typeface="Inter"/>
                <a:cs typeface="Inter"/>
                <a:sym typeface="Inter"/>
              </a:defRPr>
            </a:lvl1pPr>
            <a:lvl2pPr marL="1219170" lvl="1" indent="-304792" algn="l">
              <a:lnSpc>
                <a:spcPct val="90000"/>
              </a:lnSpc>
              <a:spcBef>
                <a:spcPts val="533"/>
              </a:spcBef>
              <a:spcAft>
                <a:spcPts val="0"/>
              </a:spcAft>
              <a:buSzPts val="1800"/>
              <a:buFont typeface="Inter"/>
              <a:buNone/>
              <a:defRPr sz="1467" i="1"/>
            </a:lvl2pPr>
            <a:lvl3pPr marL="1828754" lvl="2" indent="-304792" algn="l">
              <a:lnSpc>
                <a:spcPct val="90000"/>
              </a:lnSpc>
              <a:spcBef>
                <a:spcPts val="533"/>
              </a:spcBef>
              <a:spcAft>
                <a:spcPts val="0"/>
              </a:spcAft>
              <a:buSzPts val="1500"/>
              <a:buFont typeface="Inter"/>
              <a:buNone/>
              <a:defRPr sz="1467" i="1"/>
            </a:lvl3pPr>
            <a:lvl4pPr marL="2438339" lvl="3" indent="-304792" algn="l">
              <a:lnSpc>
                <a:spcPct val="90000"/>
              </a:lnSpc>
              <a:spcBef>
                <a:spcPts val="533"/>
              </a:spcBef>
              <a:spcAft>
                <a:spcPts val="0"/>
              </a:spcAft>
              <a:buSzPts val="1400"/>
              <a:buFont typeface="Inter"/>
              <a:buNone/>
              <a:defRPr sz="1467" i="1"/>
            </a:lvl4pPr>
            <a:lvl5pPr marL="3047924" lvl="4" indent="-304792" algn="l">
              <a:lnSpc>
                <a:spcPct val="90000"/>
              </a:lnSpc>
              <a:spcBef>
                <a:spcPts val="533"/>
              </a:spcBef>
              <a:spcAft>
                <a:spcPts val="0"/>
              </a:spcAft>
              <a:buSzPts val="1400"/>
              <a:buFont typeface="Inter"/>
              <a:buNone/>
              <a:defRPr sz="1467" i="1"/>
            </a:lvl5pPr>
            <a:lvl6pPr marL="3657509" lvl="5" indent="-423323" algn="l">
              <a:lnSpc>
                <a:spcPct val="90000"/>
              </a:lnSpc>
              <a:spcBef>
                <a:spcPts val="533"/>
              </a:spcBef>
              <a:spcAft>
                <a:spcPts val="0"/>
              </a:spcAft>
              <a:buSzPts val="1400"/>
              <a:buFont typeface="Inter"/>
              <a:buChar char="​"/>
              <a:defRPr sz="667"/>
            </a:lvl6pPr>
            <a:lvl7pPr marL="4267093" lvl="6" indent="-423323" algn="l">
              <a:lnSpc>
                <a:spcPct val="90000"/>
              </a:lnSpc>
              <a:spcBef>
                <a:spcPts val="533"/>
              </a:spcBef>
              <a:spcAft>
                <a:spcPts val="0"/>
              </a:spcAft>
              <a:buSzPts val="1400"/>
              <a:buFont typeface="Inter"/>
              <a:buChar char="​"/>
              <a:defRPr sz="667"/>
            </a:lvl7pPr>
            <a:lvl8pPr marL="4876678" lvl="7" indent="-423323" algn="l">
              <a:lnSpc>
                <a:spcPct val="90000"/>
              </a:lnSpc>
              <a:spcBef>
                <a:spcPts val="533"/>
              </a:spcBef>
              <a:spcAft>
                <a:spcPts val="0"/>
              </a:spcAft>
              <a:buSzPts val="1400"/>
              <a:buFont typeface="Inter"/>
              <a:buChar char="​"/>
              <a:defRPr sz="667"/>
            </a:lvl8pPr>
            <a:lvl9pPr marL="5486263" lvl="8" indent="-423323" algn="l">
              <a:lnSpc>
                <a:spcPct val="90000"/>
              </a:lnSpc>
              <a:spcBef>
                <a:spcPts val="533"/>
              </a:spcBef>
              <a:spcAft>
                <a:spcPts val="0"/>
              </a:spcAft>
              <a:buSzPts val="1400"/>
              <a:buFont typeface="Inter"/>
              <a:buChar char="​"/>
              <a:defRPr sz="667"/>
            </a:lvl9pPr>
          </a:lstStyle>
          <a:p>
            <a:endParaRPr dirty="0"/>
          </a:p>
        </p:txBody>
      </p:sp>
      <p:sp>
        <p:nvSpPr>
          <p:cNvPr id="450" name="Google Shape;450;p50"/>
          <p:cNvSpPr txBox="1">
            <a:spLocks noGrp="1"/>
          </p:cNvSpPr>
          <p:nvPr>
            <p:ph type="body" idx="4"/>
          </p:nvPr>
        </p:nvSpPr>
        <p:spPr>
          <a:xfrm>
            <a:off x="201090" y="2155395"/>
            <a:ext cx="3596641" cy="4448605"/>
          </a:xfrm>
          <a:prstGeom prst="rect">
            <a:avLst/>
          </a:prstGeom>
          <a:noFill/>
          <a:ln>
            <a:noFill/>
          </a:ln>
        </p:spPr>
        <p:txBody>
          <a:bodyPr spcFirstLastPara="1" wrap="square" lIns="34275" tIns="34275" rIns="34275" bIns="34275" anchor="t" anchorCtr="0">
            <a:normAutofit/>
          </a:bodyPr>
          <a:lstStyle>
            <a:lvl1pPr marL="609585" lvl="0" indent="-304792" algn="l">
              <a:lnSpc>
                <a:spcPct val="90000"/>
              </a:lnSpc>
              <a:spcBef>
                <a:spcPts val="400"/>
              </a:spcBef>
              <a:spcAft>
                <a:spcPts val="0"/>
              </a:spcAft>
              <a:buSzPts val="2100"/>
              <a:buFont typeface="Inter"/>
              <a:buNone/>
              <a:defRPr sz="1467" b="1">
                <a:latin typeface="+mn-lt"/>
                <a:ea typeface="Inter"/>
                <a:cs typeface="Inter"/>
                <a:sym typeface="Inter"/>
              </a:defRPr>
            </a:lvl1pPr>
            <a:lvl2pPr marL="1219170" lvl="1" indent="-389457" algn="l">
              <a:lnSpc>
                <a:spcPct val="90000"/>
              </a:lnSpc>
              <a:spcBef>
                <a:spcPts val="267"/>
              </a:spcBef>
              <a:spcAft>
                <a:spcPts val="0"/>
              </a:spcAft>
              <a:buClr>
                <a:schemeClr val="accent2"/>
              </a:buClr>
              <a:buSzPts val="1000"/>
              <a:buFont typeface="Inter"/>
              <a:buChar char="•"/>
              <a:defRPr sz="1333">
                <a:solidFill>
                  <a:schemeClr val="accent2"/>
                </a:solidFill>
                <a:latin typeface="Inter"/>
                <a:ea typeface="Inter"/>
                <a:cs typeface="Inter"/>
                <a:sym typeface="Inter"/>
              </a:defRPr>
            </a:lvl2pPr>
            <a:lvl3pPr marL="1828754" lvl="2" indent="-431789" algn="l">
              <a:lnSpc>
                <a:spcPct val="90000"/>
              </a:lnSpc>
              <a:spcBef>
                <a:spcPts val="533"/>
              </a:spcBef>
              <a:spcAft>
                <a:spcPts val="0"/>
              </a:spcAft>
              <a:buSzPts val="1500"/>
              <a:buFont typeface="Inter"/>
              <a:buChar char="•"/>
              <a:defRPr sz="667"/>
            </a:lvl3pPr>
            <a:lvl4pPr marL="2438339" lvl="3" indent="-423323" algn="l">
              <a:lnSpc>
                <a:spcPct val="90000"/>
              </a:lnSpc>
              <a:spcBef>
                <a:spcPts val="533"/>
              </a:spcBef>
              <a:spcAft>
                <a:spcPts val="0"/>
              </a:spcAft>
              <a:buSzPts val="1400"/>
              <a:buFont typeface="Inter"/>
              <a:buChar char="•"/>
              <a:defRPr sz="667"/>
            </a:lvl4pPr>
            <a:lvl5pPr marL="3047924" lvl="4" indent="-423323" algn="l">
              <a:lnSpc>
                <a:spcPct val="90000"/>
              </a:lnSpc>
              <a:spcBef>
                <a:spcPts val="533"/>
              </a:spcBef>
              <a:spcAft>
                <a:spcPts val="0"/>
              </a:spcAft>
              <a:buSzPts val="1400"/>
              <a:buFont typeface="Inter"/>
              <a:buChar char="​"/>
              <a:defRPr sz="667"/>
            </a:lvl5pPr>
            <a:lvl6pPr marL="3657509" lvl="5" indent="-423323" algn="l">
              <a:lnSpc>
                <a:spcPct val="90000"/>
              </a:lnSpc>
              <a:spcBef>
                <a:spcPts val="533"/>
              </a:spcBef>
              <a:spcAft>
                <a:spcPts val="0"/>
              </a:spcAft>
              <a:buSzPts val="1400"/>
              <a:buFont typeface="Inter"/>
              <a:buChar char="​"/>
              <a:defRPr sz="667"/>
            </a:lvl6pPr>
            <a:lvl7pPr marL="4267093" lvl="6" indent="-423323" algn="l">
              <a:lnSpc>
                <a:spcPct val="90000"/>
              </a:lnSpc>
              <a:spcBef>
                <a:spcPts val="533"/>
              </a:spcBef>
              <a:spcAft>
                <a:spcPts val="0"/>
              </a:spcAft>
              <a:buSzPts val="1400"/>
              <a:buFont typeface="Inter"/>
              <a:buChar char="​"/>
              <a:defRPr sz="667"/>
            </a:lvl7pPr>
            <a:lvl8pPr marL="4876678" lvl="7" indent="-423323" algn="l">
              <a:lnSpc>
                <a:spcPct val="90000"/>
              </a:lnSpc>
              <a:spcBef>
                <a:spcPts val="533"/>
              </a:spcBef>
              <a:spcAft>
                <a:spcPts val="0"/>
              </a:spcAft>
              <a:buSzPts val="1400"/>
              <a:buFont typeface="Inter"/>
              <a:buChar char="​"/>
              <a:defRPr sz="667"/>
            </a:lvl8pPr>
            <a:lvl9pPr marL="5486263" lvl="8" indent="-423323" algn="l">
              <a:lnSpc>
                <a:spcPct val="90000"/>
              </a:lnSpc>
              <a:spcBef>
                <a:spcPts val="533"/>
              </a:spcBef>
              <a:spcAft>
                <a:spcPts val="0"/>
              </a:spcAft>
              <a:buSzPts val="1400"/>
              <a:buFont typeface="Inter"/>
              <a:buChar char="​"/>
              <a:defRPr sz="667"/>
            </a:lvl9pPr>
          </a:lstStyle>
          <a:p>
            <a:endParaRPr dirty="0"/>
          </a:p>
        </p:txBody>
      </p:sp>
      <p:cxnSp>
        <p:nvCxnSpPr>
          <p:cNvPr id="451" name="Google Shape;451;p50"/>
          <p:cNvCxnSpPr/>
          <p:nvPr/>
        </p:nvCxnSpPr>
        <p:spPr>
          <a:xfrm>
            <a:off x="4043843" y="2155395"/>
            <a:ext cx="0" cy="4448605"/>
          </a:xfrm>
          <a:prstGeom prst="straightConnector1">
            <a:avLst/>
          </a:prstGeom>
          <a:noFill/>
          <a:ln w="9525" cap="flat" cmpd="sng">
            <a:solidFill>
              <a:schemeClr val="dk2"/>
            </a:solidFill>
            <a:prstDash val="solid"/>
            <a:round/>
            <a:headEnd type="none" w="sm" len="sm"/>
            <a:tailEnd type="none" w="sm" len="sm"/>
          </a:ln>
        </p:spPr>
      </p:cxnSp>
      <p:sp>
        <p:nvSpPr>
          <p:cNvPr id="452" name="Google Shape;452;p50"/>
          <p:cNvSpPr txBox="1">
            <a:spLocks noGrp="1"/>
          </p:cNvSpPr>
          <p:nvPr>
            <p:ph type="body" idx="5"/>
          </p:nvPr>
        </p:nvSpPr>
        <p:spPr>
          <a:xfrm>
            <a:off x="8378814" y="2155395"/>
            <a:ext cx="3596641" cy="4448605"/>
          </a:xfrm>
          <a:prstGeom prst="rect">
            <a:avLst/>
          </a:prstGeom>
          <a:noFill/>
          <a:ln>
            <a:noFill/>
          </a:ln>
        </p:spPr>
        <p:txBody>
          <a:bodyPr spcFirstLastPara="1" wrap="square" lIns="34275" tIns="34275" rIns="34275" bIns="34275" anchor="t" anchorCtr="0">
            <a:normAutofit/>
          </a:bodyPr>
          <a:lstStyle>
            <a:lvl1pPr marL="609585" lvl="0" indent="-304792" algn="l">
              <a:lnSpc>
                <a:spcPct val="90000"/>
              </a:lnSpc>
              <a:spcBef>
                <a:spcPts val="400"/>
              </a:spcBef>
              <a:spcAft>
                <a:spcPts val="0"/>
              </a:spcAft>
              <a:buSzPts val="2100"/>
              <a:buNone/>
              <a:defRPr sz="1467" b="1">
                <a:latin typeface="+mn-lt"/>
                <a:ea typeface="Proxima Nova"/>
                <a:cs typeface="Proxima Nova"/>
                <a:sym typeface="Proxima Nova"/>
              </a:defRPr>
            </a:lvl1pPr>
            <a:lvl2pPr marL="1219170" lvl="1" indent="-389457" algn="l">
              <a:lnSpc>
                <a:spcPct val="90000"/>
              </a:lnSpc>
              <a:spcBef>
                <a:spcPts val="267"/>
              </a:spcBef>
              <a:spcAft>
                <a:spcPts val="0"/>
              </a:spcAft>
              <a:buClr>
                <a:schemeClr val="accent2"/>
              </a:buClr>
              <a:buSzPts val="1000"/>
              <a:buFont typeface="Arial"/>
              <a:buChar char="•"/>
              <a:defRPr sz="1333">
                <a:solidFill>
                  <a:schemeClr val="accent2"/>
                </a:solidFill>
                <a:latin typeface="Proxima Nova"/>
                <a:ea typeface="Proxima Nova"/>
                <a:cs typeface="Proxima Nova"/>
                <a:sym typeface="Proxima Nova"/>
              </a:defRPr>
            </a:lvl2pPr>
            <a:lvl3pPr marL="1828754" lvl="2" indent="-431789" algn="l">
              <a:lnSpc>
                <a:spcPct val="90000"/>
              </a:lnSpc>
              <a:spcBef>
                <a:spcPts val="533"/>
              </a:spcBef>
              <a:spcAft>
                <a:spcPts val="0"/>
              </a:spcAft>
              <a:buSzPts val="1500"/>
              <a:buChar char="•"/>
              <a:defRPr sz="667"/>
            </a:lvl3pPr>
            <a:lvl4pPr marL="2438339" lvl="3" indent="-423323" algn="l">
              <a:lnSpc>
                <a:spcPct val="90000"/>
              </a:lnSpc>
              <a:spcBef>
                <a:spcPts val="533"/>
              </a:spcBef>
              <a:spcAft>
                <a:spcPts val="0"/>
              </a:spcAft>
              <a:buSzPts val="1400"/>
              <a:buChar char="•"/>
              <a:defRPr sz="667"/>
            </a:lvl4pPr>
            <a:lvl5pPr marL="3047924" lvl="4" indent="-423323" algn="l">
              <a:lnSpc>
                <a:spcPct val="90000"/>
              </a:lnSpc>
              <a:spcBef>
                <a:spcPts val="533"/>
              </a:spcBef>
              <a:spcAft>
                <a:spcPts val="0"/>
              </a:spcAft>
              <a:buSzPts val="1400"/>
              <a:buChar char="​"/>
              <a:defRPr sz="667"/>
            </a:lvl5pPr>
            <a:lvl6pPr marL="3657509" lvl="5" indent="-423323" algn="l">
              <a:lnSpc>
                <a:spcPct val="90000"/>
              </a:lnSpc>
              <a:spcBef>
                <a:spcPts val="533"/>
              </a:spcBef>
              <a:spcAft>
                <a:spcPts val="0"/>
              </a:spcAft>
              <a:buSzPts val="1400"/>
              <a:buChar char="​"/>
              <a:defRPr sz="667"/>
            </a:lvl6pPr>
            <a:lvl7pPr marL="4267093" lvl="6" indent="-423323" algn="l">
              <a:lnSpc>
                <a:spcPct val="90000"/>
              </a:lnSpc>
              <a:spcBef>
                <a:spcPts val="533"/>
              </a:spcBef>
              <a:spcAft>
                <a:spcPts val="0"/>
              </a:spcAft>
              <a:buSzPts val="1400"/>
              <a:buChar char="​"/>
              <a:defRPr sz="667"/>
            </a:lvl7pPr>
            <a:lvl8pPr marL="4876678" lvl="7" indent="-423323" algn="l">
              <a:lnSpc>
                <a:spcPct val="90000"/>
              </a:lnSpc>
              <a:spcBef>
                <a:spcPts val="533"/>
              </a:spcBef>
              <a:spcAft>
                <a:spcPts val="0"/>
              </a:spcAft>
              <a:buSzPts val="1400"/>
              <a:buChar char="​"/>
              <a:defRPr sz="667"/>
            </a:lvl8pPr>
            <a:lvl9pPr marL="5486263" lvl="8" indent="-423323" algn="l">
              <a:lnSpc>
                <a:spcPct val="90000"/>
              </a:lnSpc>
              <a:spcBef>
                <a:spcPts val="533"/>
              </a:spcBef>
              <a:spcAft>
                <a:spcPts val="0"/>
              </a:spcAft>
              <a:buSzPts val="1400"/>
              <a:buChar char="​"/>
              <a:defRPr sz="667"/>
            </a:lvl9pPr>
          </a:lstStyle>
          <a:p>
            <a:endParaRPr dirty="0"/>
          </a:p>
        </p:txBody>
      </p:sp>
      <p:cxnSp>
        <p:nvCxnSpPr>
          <p:cNvPr id="453" name="Google Shape;453;p50"/>
          <p:cNvCxnSpPr/>
          <p:nvPr/>
        </p:nvCxnSpPr>
        <p:spPr>
          <a:xfrm>
            <a:off x="8132704" y="2155395"/>
            <a:ext cx="0" cy="4448605"/>
          </a:xfrm>
          <a:prstGeom prst="straightConnector1">
            <a:avLst/>
          </a:prstGeom>
          <a:noFill/>
          <a:ln w="9525" cap="flat" cmpd="sng">
            <a:solidFill>
              <a:schemeClr val="dk2"/>
            </a:solidFill>
            <a:prstDash val="solid"/>
            <a:round/>
            <a:headEnd type="none" w="sm" len="sm"/>
            <a:tailEnd type="none" w="sm" len="sm"/>
          </a:ln>
        </p:spPr>
      </p:cxnSp>
      <p:sp>
        <p:nvSpPr>
          <p:cNvPr id="454" name="Google Shape;454;p50"/>
          <p:cNvSpPr txBox="1">
            <a:spLocks noGrp="1"/>
          </p:cNvSpPr>
          <p:nvPr>
            <p:ph type="body" idx="6"/>
          </p:nvPr>
        </p:nvSpPr>
        <p:spPr>
          <a:xfrm>
            <a:off x="4289953" y="2155395"/>
            <a:ext cx="3596641" cy="4448605"/>
          </a:xfrm>
          <a:prstGeom prst="rect">
            <a:avLst/>
          </a:prstGeom>
          <a:noFill/>
          <a:ln>
            <a:noFill/>
          </a:ln>
        </p:spPr>
        <p:txBody>
          <a:bodyPr spcFirstLastPara="1" wrap="square" lIns="34275" tIns="34275" rIns="34275" bIns="34275" anchor="t" anchorCtr="0">
            <a:normAutofit/>
          </a:bodyPr>
          <a:lstStyle>
            <a:lvl1pPr marL="609585" lvl="0" indent="-304792" algn="l">
              <a:lnSpc>
                <a:spcPct val="90000"/>
              </a:lnSpc>
              <a:spcBef>
                <a:spcPts val="400"/>
              </a:spcBef>
              <a:spcAft>
                <a:spcPts val="0"/>
              </a:spcAft>
              <a:buSzPts val="2100"/>
              <a:buFont typeface="Inter"/>
              <a:buNone/>
              <a:defRPr sz="1467" b="1">
                <a:latin typeface="+mn-lt"/>
                <a:ea typeface="Inter"/>
                <a:cs typeface="Inter"/>
                <a:sym typeface="Inter"/>
              </a:defRPr>
            </a:lvl1pPr>
            <a:lvl2pPr marL="1219170" lvl="1" indent="-389457" algn="l">
              <a:lnSpc>
                <a:spcPct val="90000"/>
              </a:lnSpc>
              <a:spcBef>
                <a:spcPts val="267"/>
              </a:spcBef>
              <a:spcAft>
                <a:spcPts val="0"/>
              </a:spcAft>
              <a:buClr>
                <a:schemeClr val="accent2"/>
              </a:buClr>
              <a:buSzPts val="1000"/>
              <a:buFont typeface="Inter"/>
              <a:buChar char="•"/>
              <a:defRPr sz="1333">
                <a:solidFill>
                  <a:schemeClr val="accent2"/>
                </a:solidFill>
                <a:latin typeface="Inter"/>
                <a:ea typeface="Inter"/>
                <a:cs typeface="Inter"/>
                <a:sym typeface="Inter"/>
              </a:defRPr>
            </a:lvl2pPr>
            <a:lvl3pPr marL="1828754" lvl="2" indent="-431789" algn="l">
              <a:lnSpc>
                <a:spcPct val="90000"/>
              </a:lnSpc>
              <a:spcBef>
                <a:spcPts val="533"/>
              </a:spcBef>
              <a:spcAft>
                <a:spcPts val="0"/>
              </a:spcAft>
              <a:buSzPts val="1500"/>
              <a:buFont typeface="Inter"/>
              <a:buChar char="•"/>
              <a:defRPr sz="667"/>
            </a:lvl3pPr>
            <a:lvl4pPr marL="2438339" lvl="3" indent="-423323" algn="l">
              <a:lnSpc>
                <a:spcPct val="90000"/>
              </a:lnSpc>
              <a:spcBef>
                <a:spcPts val="533"/>
              </a:spcBef>
              <a:spcAft>
                <a:spcPts val="0"/>
              </a:spcAft>
              <a:buSzPts val="1400"/>
              <a:buFont typeface="Inter"/>
              <a:buChar char="•"/>
              <a:defRPr sz="667"/>
            </a:lvl4pPr>
            <a:lvl5pPr marL="3047924" lvl="4" indent="-423323" algn="l">
              <a:lnSpc>
                <a:spcPct val="90000"/>
              </a:lnSpc>
              <a:spcBef>
                <a:spcPts val="533"/>
              </a:spcBef>
              <a:spcAft>
                <a:spcPts val="0"/>
              </a:spcAft>
              <a:buSzPts val="1400"/>
              <a:buFont typeface="Inter"/>
              <a:buChar char="​"/>
              <a:defRPr sz="667"/>
            </a:lvl5pPr>
            <a:lvl6pPr marL="3657509" lvl="5" indent="-423323" algn="l">
              <a:lnSpc>
                <a:spcPct val="90000"/>
              </a:lnSpc>
              <a:spcBef>
                <a:spcPts val="533"/>
              </a:spcBef>
              <a:spcAft>
                <a:spcPts val="0"/>
              </a:spcAft>
              <a:buSzPts val="1400"/>
              <a:buFont typeface="Inter"/>
              <a:buChar char="​"/>
              <a:defRPr sz="667"/>
            </a:lvl6pPr>
            <a:lvl7pPr marL="4267093" lvl="6" indent="-423323" algn="l">
              <a:lnSpc>
                <a:spcPct val="90000"/>
              </a:lnSpc>
              <a:spcBef>
                <a:spcPts val="533"/>
              </a:spcBef>
              <a:spcAft>
                <a:spcPts val="0"/>
              </a:spcAft>
              <a:buSzPts val="1400"/>
              <a:buFont typeface="Inter"/>
              <a:buChar char="​"/>
              <a:defRPr sz="667"/>
            </a:lvl7pPr>
            <a:lvl8pPr marL="4876678" lvl="7" indent="-423323" algn="l">
              <a:lnSpc>
                <a:spcPct val="90000"/>
              </a:lnSpc>
              <a:spcBef>
                <a:spcPts val="533"/>
              </a:spcBef>
              <a:spcAft>
                <a:spcPts val="0"/>
              </a:spcAft>
              <a:buSzPts val="1400"/>
              <a:buFont typeface="Inter"/>
              <a:buChar char="​"/>
              <a:defRPr sz="667"/>
            </a:lvl8pPr>
            <a:lvl9pPr marL="5486263" lvl="8" indent="-423323" algn="l">
              <a:lnSpc>
                <a:spcPct val="90000"/>
              </a:lnSpc>
              <a:spcBef>
                <a:spcPts val="533"/>
              </a:spcBef>
              <a:spcAft>
                <a:spcPts val="0"/>
              </a:spcAft>
              <a:buSzPts val="1400"/>
              <a:buFont typeface="Inter"/>
              <a:buChar char="​"/>
              <a:defRPr sz="667"/>
            </a:lvl9pPr>
          </a:lstStyle>
          <a:p>
            <a:endParaRPr dirty="0"/>
          </a:p>
        </p:txBody>
      </p:sp>
      <p:sp>
        <p:nvSpPr>
          <p:cNvPr id="455" name="Google Shape;455;p50"/>
          <p:cNvSpPr txBox="1">
            <a:spLocks noGrp="1"/>
          </p:cNvSpPr>
          <p:nvPr>
            <p:ph type="body" idx="7"/>
          </p:nvPr>
        </p:nvSpPr>
        <p:spPr>
          <a:xfrm>
            <a:off x="8872472" y="1252589"/>
            <a:ext cx="3102985" cy="328295"/>
          </a:xfrm>
          <a:prstGeom prst="rect">
            <a:avLst/>
          </a:prstGeom>
          <a:noFill/>
          <a:ln>
            <a:noFill/>
          </a:ln>
        </p:spPr>
        <p:txBody>
          <a:bodyPr spcFirstLastPara="1" wrap="square" lIns="34275" tIns="17150" rIns="34275" bIns="17150" anchor="ctr" anchorCtr="0">
            <a:normAutofit/>
          </a:bodyPr>
          <a:lstStyle>
            <a:lvl1pPr marL="609585" lvl="0" indent="-304792" algn="l">
              <a:lnSpc>
                <a:spcPct val="90000"/>
              </a:lnSpc>
              <a:spcBef>
                <a:spcPts val="0"/>
              </a:spcBef>
              <a:spcAft>
                <a:spcPts val="0"/>
              </a:spcAft>
              <a:buSzPts val="2100"/>
              <a:buFont typeface="Inter"/>
              <a:buNone/>
              <a:defRPr sz="1333" i="1">
                <a:latin typeface="+mn-lt"/>
                <a:ea typeface="Inter"/>
                <a:cs typeface="Inter"/>
                <a:sym typeface="Inter"/>
              </a:defRPr>
            </a:lvl1pPr>
            <a:lvl2pPr marL="1219170" lvl="1" indent="-457189" algn="l">
              <a:lnSpc>
                <a:spcPct val="90000"/>
              </a:lnSpc>
              <a:spcBef>
                <a:spcPts val="533"/>
              </a:spcBef>
              <a:spcAft>
                <a:spcPts val="0"/>
              </a:spcAft>
              <a:buSzPts val="1800"/>
              <a:buFont typeface="Inter"/>
              <a:buChar char="•"/>
              <a:defRPr sz="667"/>
            </a:lvl2pPr>
            <a:lvl3pPr marL="1828754" lvl="2" indent="-431789" algn="l">
              <a:lnSpc>
                <a:spcPct val="90000"/>
              </a:lnSpc>
              <a:spcBef>
                <a:spcPts val="533"/>
              </a:spcBef>
              <a:spcAft>
                <a:spcPts val="0"/>
              </a:spcAft>
              <a:buSzPts val="1500"/>
              <a:buFont typeface="Inter"/>
              <a:buChar char="•"/>
              <a:defRPr sz="667"/>
            </a:lvl3pPr>
            <a:lvl4pPr marL="2438339" lvl="3" indent="-423323" algn="l">
              <a:lnSpc>
                <a:spcPct val="90000"/>
              </a:lnSpc>
              <a:spcBef>
                <a:spcPts val="533"/>
              </a:spcBef>
              <a:spcAft>
                <a:spcPts val="0"/>
              </a:spcAft>
              <a:buSzPts val="1400"/>
              <a:buFont typeface="Inter"/>
              <a:buChar char="•"/>
              <a:defRPr sz="667"/>
            </a:lvl4pPr>
            <a:lvl5pPr marL="3047924" lvl="4" indent="-423323" algn="l">
              <a:lnSpc>
                <a:spcPct val="90000"/>
              </a:lnSpc>
              <a:spcBef>
                <a:spcPts val="533"/>
              </a:spcBef>
              <a:spcAft>
                <a:spcPts val="0"/>
              </a:spcAft>
              <a:buSzPts val="1400"/>
              <a:buFont typeface="Inter"/>
              <a:buChar char="​"/>
              <a:defRPr sz="667"/>
            </a:lvl5pPr>
            <a:lvl6pPr marL="3657509" lvl="5" indent="-423323" algn="l">
              <a:lnSpc>
                <a:spcPct val="90000"/>
              </a:lnSpc>
              <a:spcBef>
                <a:spcPts val="533"/>
              </a:spcBef>
              <a:spcAft>
                <a:spcPts val="0"/>
              </a:spcAft>
              <a:buSzPts val="1400"/>
              <a:buFont typeface="Inter"/>
              <a:buChar char="​"/>
              <a:defRPr sz="667"/>
            </a:lvl6pPr>
            <a:lvl7pPr marL="4267093" lvl="6" indent="-423323" algn="l">
              <a:lnSpc>
                <a:spcPct val="90000"/>
              </a:lnSpc>
              <a:spcBef>
                <a:spcPts val="533"/>
              </a:spcBef>
              <a:spcAft>
                <a:spcPts val="0"/>
              </a:spcAft>
              <a:buSzPts val="1400"/>
              <a:buFont typeface="Inter"/>
              <a:buChar char="​"/>
              <a:defRPr sz="667"/>
            </a:lvl7pPr>
            <a:lvl8pPr marL="4876678" lvl="7" indent="-423323" algn="l">
              <a:lnSpc>
                <a:spcPct val="90000"/>
              </a:lnSpc>
              <a:spcBef>
                <a:spcPts val="533"/>
              </a:spcBef>
              <a:spcAft>
                <a:spcPts val="0"/>
              </a:spcAft>
              <a:buSzPts val="1400"/>
              <a:buFont typeface="Inter"/>
              <a:buChar char="​"/>
              <a:defRPr sz="667"/>
            </a:lvl8pPr>
            <a:lvl9pPr marL="5486263" lvl="8" indent="-423323" algn="l">
              <a:lnSpc>
                <a:spcPct val="90000"/>
              </a:lnSpc>
              <a:spcBef>
                <a:spcPts val="533"/>
              </a:spcBef>
              <a:spcAft>
                <a:spcPts val="0"/>
              </a:spcAft>
              <a:buSzPts val="1400"/>
              <a:buFont typeface="Inter"/>
              <a:buChar char="​"/>
              <a:defRPr sz="667"/>
            </a:lvl9pPr>
          </a:lstStyle>
          <a:p>
            <a:endParaRPr dirty="0"/>
          </a:p>
        </p:txBody>
      </p:sp>
      <p:sp>
        <p:nvSpPr>
          <p:cNvPr id="456" name="Google Shape;456;p50"/>
          <p:cNvSpPr txBox="1">
            <a:spLocks noGrp="1"/>
          </p:cNvSpPr>
          <p:nvPr>
            <p:ph type="title"/>
          </p:nvPr>
        </p:nvSpPr>
        <p:spPr>
          <a:xfrm>
            <a:off x="2316562" y="365125"/>
            <a:ext cx="7504356" cy="759451"/>
          </a:xfrm>
          <a:prstGeom prst="rect">
            <a:avLst/>
          </a:prstGeom>
          <a:noFill/>
          <a:ln>
            <a:noFill/>
          </a:ln>
        </p:spPr>
        <p:txBody>
          <a:bodyPr spcFirstLastPara="1" wrap="square" lIns="34275" tIns="17150" rIns="34275" bIns="17150" anchor="ctr" anchorCtr="0">
            <a:normAutofit/>
          </a:bodyPr>
          <a:lstStyle>
            <a:lvl1pPr lvl="0" algn="l">
              <a:lnSpc>
                <a:spcPct val="90000"/>
              </a:lnSpc>
              <a:spcBef>
                <a:spcPts val="0"/>
              </a:spcBef>
              <a:spcAft>
                <a:spcPts val="0"/>
              </a:spcAft>
              <a:buSzPts val="3300"/>
              <a:buNone/>
              <a:defRPr sz="2267" b="1" i="0">
                <a:latin typeface="+mn-lt"/>
                <a:ea typeface="Inter"/>
                <a:cs typeface="Inter"/>
                <a:sym typeface="Inter"/>
              </a:defRPr>
            </a:lvl1pPr>
            <a:lvl2pPr lvl="1" algn="l">
              <a:lnSpc>
                <a:spcPct val="100000"/>
              </a:lnSpc>
              <a:spcBef>
                <a:spcPts val="0"/>
              </a:spcBef>
              <a:spcAft>
                <a:spcPts val="0"/>
              </a:spcAft>
              <a:buSzPts val="500"/>
              <a:buFont typeface="Inter"/>
              <a:buNone/>
              <a:defRPr sz="667">
                <a:latin typeface="Inter"/>
                <a:ea typeface="Inter"/>
                <a:cs typeface="Inter"/>
                <a:sym typeface="Inter"/>
              </a:defRPr>
            </a:lvl2pPr>
            <a:lvl3pPr lvl="2" algn="l">
              <a:lnSpc>
                <a:spcPct val="100000"/>
              </a:lnSpc>
              <a:spcBef>
                <a:spcPts val="0"/>
              </a:spcBef>
              <a:spcAft>
                <a:spcPts val="0"/>
              </a:spcAft>
              <a:buSzPts val="500"/>
              <a:buFont typeface="Inter"/>
              <a:buNone/>
              <a:defRPr sz="667">
                <a:latin typeface="Inter"/>
                <a:ea typeface="Inter"/>
                <a:cs typeface="Inter"/>
                <a:sym typeface="Inter"/>
              </a:defRPr>
            </a:lvl3pPr>
            <a:lvl4pPr lvl="3" algn="l">
              <a:lnSpc>
                <a:spcPct val="100000"/>
              </a:lnSpc>
              <a:spcBef>
                <a:spcPts val="0"/>
              </a:spcBef>
              <a:spcAft>
                <a:spcPts val="0"/>
              </a:spcAft>
              <a:buSzPts val="500"/>
              <a:buFont typeface="Inter"/>
              <a:buNone/>
              <a:defRPr sz="667">
                <a:latin typeface="Inter"/>
                <a:ea typeface="Inter"/>
                <a:cs typeface="Inter"/>
                <a:sym typeface="Inter"/>
              </a:defRPr>
            </a:lvl4pPr>
            <a:lvl5pPr lvl="4" algn="l">
              <a:lnSpc>
                <a:spcPct val="100000"/>
              </a:lnSpc>
              <a:spcBef>
                <a:spcPts val="0"/>
              </a:spcBef>
              <a:spcAft>
                <a:spcPts val="0"/>
              </a:spcAft>
              <a:buSzPts val="500"/>
              <a:buFont typeface="Inter"/>
              <a:buNone/>
              <a:defRPr sz="667">
                <a:latin typeface="Inter"/>
                <a:ea typeface="Inter"/>
                <a:cs typeface="Inter"/>
                <a:sym typeface="Inter"/>
              </a:defRPr>
            </a:lvl5pPr>
            <a:lvl6pPr lvl="5" algn="l">
              <a:lnSpc>
                <a:spcPct val="100000"/>
              </a:lnSpc>
              <a:spcBef>
                <a:spcPts val="0"/>
              </a:spcBef>
              <a:spcAft>
                <a:spcPts val="0"/>
              </a:spcAft>
              <a:buSzPts val="500"/>
              <a:buFont typeface="Inter"/>
              <a:buNone/>
              <a:defRPr sz="667">
                <a:latin typeface="Inter"/>
                <a:ea typeface="Inter"/>
                <a:cs typeface="Inter"/>
                <a:sym typeface="Inter"/>
              </a:defRPr>
            </a:lvl6pPr>
            <a:lvl7pPr lvl="6" algn="l">
              <a:lnSpc>
                <a:spcPct val="100000"/>
              </a:lnSpc>
              <a:spcBef>
                <a:spcPts val="0"/>
              </a:spcBef>
              <a:spcAft>
                <a:spcPts val="0"/>
              </a:spcAft>
              <a:buSzPts val="500"/>
              <a:buFont typeface="Inter"/>
              <a:buNone/>
              <a:defRPr sz="667">
                <a:latin typeface="Inter"/>
                <a:ea typeface="Inter"/>
                <a:cs typeface="Inter"/>
                <a:sym typeface="Inter"/>
              </a:defRPr>
            </a:lvl7pPr>
            <a:lvl8pPr lvl="7" algn="l">
              <a:lnSpc>
                <a:spcPct val="100000"/>
              </a:lnSpc>
              <a:spcBef>
                <a:spcPts val="0"/>
              </a:spcBef>
              <a:spcAft>
                <a:spcPts val="0"/>
              </a:spcAft>
              <a:buSzPts val="500"/>
              <a:buFont typeface="Inter"/>
              <a:buNone/>
              <a:defRPr sz="667">
                <a:latin typeface="Inter"/>
                <a:ea typeface="Inter"/>
                <a:cs typeface="Inter"/>
                <a:sym typeface="Inter"/>
              </a:defRPr>
            </a:lvl8pPr>
            <a:lvl9pPr lvl="8" algn="l">
              <a:lnSpc>
                <a:spcPct val="100000"/>
              </a:lnSpc>
              <a:spcBef>
                <a:spcPts val="0"/>
              </a:spcBef>
              <a:spcAft>
                <a:spcPts val="0"/>
              </a:spcAft>
              <a:buSzPts val="500"/>
              <a:buFont typeface="Inter"/>
              <a:buNone/>
              <a:defRPr sz="667">
                <a:latin typeface="Inter"/>
                <a:ea typeface="Inter"/>
                <a:cs typeface="Inter"/>
                <a:sym typeface="Inter"/>
              </a:defRPr>
            </a:lvl9pPr>
          </a:lstStyle>
          <a:p>
            <a:endParaRPr dirty="0"/>
          </a:p>
        </p:txBody>
      </p:sp>
    </p:spTree>
    <p:extLst>
      <p:ext uri="{BB962C8B-B14F-4D97-AF65-F5344CB8AC3E}">
        <p14:creationId xmlns:p14="http://schemas.microsoft.com/office/powerpoint/2010/main" val="281559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fact, number">
    <p:spTree>
      <p:nvGrpSpPr>
        <p:cNvPr id="1" name=""/>
        <p:cNvGrpSpPr/>
        <p:nvPr/>
      </p:nvGrpSpPr>
      <p:grpSpPr>
        <a:xfrm>
          <a:off x="0" y="0"/>
          <a:ext cx="0" cy="0"/>
          <a:chOff x="0" y="0"/>
          <a:chExt cx="0" cy="0"/>
        </a:xfrm>
      </p:grpSpPr>
      <p:sp>
        <p:nvSpPr>
          <p:cNvPr id="6" name="Text Placeholder"/>
          <p:cNvSpPr>
            <a:spLocks noGrp="1"/>
          </p:cNvSpPr>
          <p:nvPr>
            <p:ph type="body" sz="quarter" idx="12"/>
          </p:nvPr>
        </p:nvSpPr>
        <p:spPr>
          <a:xfrm>
            <a:off x="182880" y="1511808"/>
            <a:ext cx="5608320" cy="4482592"/>
          </a:xfrm>
        </p:spPr>
        <p:txBody>
          <a:bodyPr/>
          <a:lstStyle>
            <a:lvl1pPr>
              <a:lnSpc>
                <a:spcPct val="90000"/>
              </a:lnSpc>
              <a:defRPr sz="5867" b="1"/>
            </a:lvl1pPr>
          </a:lstStyle>
          <a:p>
            <a:pPr lvl="0"/>
            <a:r>
              <a:rPr lang="en-US" dirty="0"/>
              <a:t>Click to edit Master text styles</a:t>
            </a:r>
          </a:p>
        </p:txBody>
      </p:sp>
      <p:pic>
        <p:nvPicPr>
          <p:cNvPr id="9" name="Picture 8">
            <a:extLst>
              <a:ext uri="{FF2B5EF4-FFF2-40B4-BE49-F238E27FC236}">
                <a16:creationId xmlns:a16="http://schemas.microsoft.com/office/drawing/2014/main" id="{D57CEB04-344A-704D-BF5D-099EB0949AD6}"/>
              </a:ext>
            </a:extLst>
          </p:cNvPr>
          <p:cNvPicPr>
            <a:picLocks noChangeAspect="1"/>
          </p:cNvPicPr>
          <p:nvPr userDrawn="1"/>
        </p:nvPicPr>
        <p:blipFill>
          <a:blip r:embed="rId2"/>
          <a:stretch>
            <a:fillRect/>
          </a:stretch>
        </p:blipFill>
        <p:spPr>
          <a:xfrm>
            <a:off x="0" y="0"/>
            <a:ext cx="12192000" cy="1113016"/>
          </a:xfrm>
          <a:prstGeom prst="rect">
            <a:avLst/>
          </a:prstGeom>
        </p:spPr>
      </p:pic>
      <p:sp>
        <p:nvSpPr>
          <p:cNvPr id="10" name="Title">
            <a:extLst>
              <a:ext uri="{FF2B5EF4-FFF2-40B4-BE49-F238E27FC236}">
                <a16:creationId xmlns:a16="http://schemas.microsoft.com/office/drawing/2014/main" id="{B7C15865-3C98-B245-8EA7-DE972918BA33}"/>
              </a:ext>
            </a:extLst>
          </p:cNvPr>
          <p:cNvSpPr>
            <a:spLocks noGrp="1"/>
          </p:cNvSpPr>
          <p:nvPr>
            <p:ph type="title"/>
          </p:nvPr>
        </p:nvSpPr>
        <p:spPr>
          <a:xfrm>
            <a:off x="1347535" y="0"/>
            <a:ext cx="10539575" cy="1113016"/>
          </a:xfrm>
        </p:spPr>
        <p:txBody>
          <a:bodyPr anchor="ctr"/>
          <a:lstStyle>
            <a:lvl1pPr>
              <a:defRPr>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33493860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big text">
    <p:spTree>
      <p:nvGrpSpPr>
        <p:cNvPr id="1" name=""/>
        <p:cNvGrpSpPr/>
        <p:nvPr/>
      </p:nvGrpSpPr>
      <p:grpSpPr>
        <a:xfrm>
          <a:off x="0" y="0"/>
          <a:ext cx="0" cy="0"/>
          <a:chOff x="0" y="0"/>
          <a:chExt cx="0" cy="0"/>
        </a:xfrm>
      </p:grpSpPr>
      <p:sp>
        <p:nvSpPr>
          <p:cNvPr id="2" name="Title"/>
          <p:cNvSpPr>
            <a:spLocks noGrp="1"/>
          </p:cNvSpPr>
          <p:nvPr>
            <p:ph type="title"/>
          </p:nvPr>
        </p:nvSpPr>
        <p:spPr>
          <a:xfrm>
            <a:off x="182882" y="121920"/>
            <a:ext cx="11704229" cy="5872480"/>
          </a:xfrm>
        </p:spPr>
        <p:txBody>
          <a:bodyPr/>
          <a:lstStyle>
            <a:lvl1pPr>
              <a:defRPr sz="12800" b="1"/>
            </a:lvl1pPr>
          </a:lstStyle>
          <a:p>
            <a:r>
              <a:rPr lang="en-US" dirty="0"/>
              <a:t>Click to edit Master title style</a:t>
            </a:r>
          </a:p>
        </p:txBody>
      </p:sp>
    </p:spTree>
    <p:extLst>
      <p:ext uri="{BB962C8B-B14F-4D97-AF65-F5344CB8AC3E}">
        <p14:creationId xmlns:p14="http://schemas.microsoft.com/office/powerpoint/2010/main" val="272608290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Blank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endParaRPr lang="en-US" dirty="0"/>
          </a:p>
        </p:txBody>
      </p:sp>
      <p:sp>
        <p:nvSpPr>
          <p:cNvPr id="6" name="Slide Number Placeholder 5"/>
          <p:cNvSpPr>
            <a:spLocks noGrp="1"/>
          </p:cNvSpPr>
          <p:nvPr>
            <p:ph type="sldNum" sz="quarter" idx="12"/>
          </p:nvPr>
        </p:nvSpPr>
        <p:spPr/>
        <p:txBody>
          <a:bodyPr/>
          <a:lstStyle/>
          <a:p>
            <a:fld id="{9ACAF3A2-9359-6C4A-BE3B-CF57A329495E}" type="slidenum">
              <a:rPr lang="en-US" smtClean="0"/>
              <a:t>‹#›</a:t>
            </a:fld>
            <a:endParaRPr lang="en-US" dirty="0"/>
          </a:p>
        </p:txBody>
      </p:sp>
    </p:spTree>
    <p:extLst>
      <p:ext uri="{BB962C8B-B14F-4D97-AF65-F5344CB8AC3E}">
        <p14:creationId xmlns:p14="http://schemas.microsoft.com/office/powerpoint/2010/main" val="42669551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61C2B0B-DB7D-A845-8F63-FDB5C314AFCF}"/>
              </a:ext>
            </a:extLst>
          </p:cNvPr>
          <p:cNvSpPr>
            <a:spLocks noGrp="1"/>
          </p:cNvSpPr>
          <p:nvPr>
            <p:ph type="title"/>
          </p:nvPr>
        </p:nvSpPr>
        <p:spPr>
          <a:xfrm>
            <a:off x="228600" y="152400"/>
            <a:ext cx="5638800" cy="950154"/>
          </a:xfrm>
          <a:prstGeom prst="rect">
            <a:avLst/>
          </a:prstGeom>
        </p:spPr>
        <p:txBody>
          <a:bodyPr vert="horz" lIns="0" tIns="0" rIns="0" bIns="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B8DFDE72-A42F-BB48-95E7-395FAF7D9CF8}"/>
              </a:ext>
            </a:extLst>
          </p:cNvPr>
          <p:cNvSpPr>
            <a:spLocks noGrp="1"/>
          </p:cNvSpPr>
          <p:nvPr>
            <p:ph type="body" idx="1"/>
          </p:nvPr>
        </p:nvSpPr>
        <p:spPr>
          <a:xfrm>
            <a:off x="228600" y="1371600"/>
            <a:ext cx="11734800" cy="5045075"/>
          </a:xfrm>
          <a:prstGeom prst="rect">
            <a:avLst/>
          </a:prstGeom>
        </p:spPr>
        <p:txBody>
          <a:bodyPr vert="horz" lIns="0" tIns="0" rIns="0" bIns="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564178294"/>
      </p:ext>
    </p:extLst>
  </p:cSld>
  <p:clrMap bg1="lt1" tx1="dk1" bg2="lt2" tx2="dk2" accent1="accent1" accent2="accent2" accent3="accent3" accent4="accent4" accent5="accent5" accent6="accent6" hlink="hlink" folHlink="folHlink"/>
  <p:sldLayoutIdLst>
    <p:sldLayoutId id="2147483696" r:id="rId1"/>
    <p:sldLayoutId id="2147483699" r:id="rId2"/>
    <p:sldLayoutId id="2147483659" r:id="rId3"/>
    <p:sldLayoutId id="2147483658" r:id="rId4"/>
    <p:sldLayoutId id="2147483660" r:id="rId5"/>
    <p:sldLayoutId id="2147483661" r:id="rId6"/>
    <p:sldLayoutId id="2147483678" r:id="rId7"/>
    <p:sldLayoutId id="2147483704" r:id="rId8"/>
    <p:sldLayoutId id="2147483679" r:id="rId9"/>
    <p:sldLayoutId id="2147483670" r:id="rId10"/>
    <p:sldLayoutId id="2147483671" r:id="rId11"/>
    <p:sldLayoutId id="2147483672" r:id="rId12"/>
    <p:sldLayoutId id="2147483793" r:id="rId13"/>
    <p:sldLayoutId id="2147483796" r:id="rId14"/>
    <p:sldLayoutId id="2147483807" r:id="rId15"/>
    <p:sldLayoutId id="2147483808" r:id="rId16"/>
    <p:sldLayoutId id="2147483803" r:id="rId17"/>
    <p:sldLayoutId id="2147483935" r:id="rId18"/>
    <p:sldLayoutId id="2147483936" r:id="rId19"/>
    <p:sldLayoutId id="2147483972" r:id="rId20"/>
    <p:sldLayoutId id="2147484354" r:id="rId21"/>
  </p:sldLayoutIdLst>
  <p:hf hdr="0" dt="0"/>
  <p:txStyles>
    <p:titleStyle>
      <a:lvl1pPr algn="l" defTabSz="914400" rtl="0" eaLnBrk="1" latinLnBrk="0" hangingPunct="1">
        <a:lnSpc>
          <a:spcPct val="100000"/>
        </a:lnSpc>
        <a:spcBef>
          <a:spcPct val="0"/>
        </a:spcBef>
        <a:buNone/>
        <a:defRPr sz="2800" kern="1200">
          <a:solidFill>
            <a:schemeClr val="bg1"/>
          </a:solidFill>
          <a:latin typeface="+mj-lt"/>
          <a:ea typeface="+mj-ea"/>
          <a:cs typeface="+mj-cs"/>
        </a:defRPr>
      </a:lvl1pPr>
    </p:titleStyle>
    <p:bodyStyle>
      <a:lvl1pPr marL="182880" indent="-182880" algn="l" defTabSz="914400" rtl="0" eaLnBrk="1" latinLnBrk="0" hangingPunct="1">
        <a:lnSpc>
          <a:spcPct val="100000"/>
        </a:lnSpc>
        <a:spcBef>
          <a:spcPts val="0"/>
        </a:spcBef>
        <a:spcAft>
          <a:spcPts val="1800"/>
        </a:spcAft>
        <a:buFont typeface="System Font Regular"/>
        <a:buChar char="+"/>
        <a:defRPr sz="2000" kern="1200">
          <a:solidFill>
            <a:schemeClr val="bg1"/>
          </a:solidFill>
          <a:latin typeface="+mn-lt"/>
          <a:ea typeface="+mn-ea"/>
          <a:cs typeface="+mn-cs"/>
        </a:defRPr>
      </a:lvl1pPr>
      <a:lvl2pPr marL="365760" indent="-182880" algn="l" defTabSz="914400" rtl="0" eaLnBrk="1" latinLnBrk="0" hangingPunct="1">
        <a:lnSpc>
          <a:spcPct val="100000"/>
        </a:lnSpc>
        <a:spcBef>
          <a:spcPts val="0"/>
        </a:spcBef>
        <a:spcAft>
          <a:spcPts val="1800"/>
        </a:spcAft>
        <a:buFont typeface="System Font Regular"/>
        <a:buChar char="⁃"/>
        <a:defRPr sz="1800" kern="1200">
          <a:solidFill>
            <a:schemeClr val="bg1"/>
          </a:solidFill>
          <a:latin typeface="+mn-lt"/>
          <a:ea typeface="+mn-ea"/>
          <a:cs typeface="+mn-cs"/>
        </a:defRPr>
      </a:lvl2pPr>
      <a:lvl3pPr marL="548640" indent="-182880" algn="l" defTabSz="914400" rtl="0" eaLnBrk="1" latinLnBrk="0" hangingPunct="1">
        <a:lnSpc>
          <a:spcPct val="100000"/>
        </a:lnSpc>
        <a:spcBef>
          <a:spcPts val="0"/>
        </a:spcBef>
        <a:spcAft>
          <a:spcPts val="1800"/>
        </a:spcAft>
        <a:buFont typeface="Arial" panose="020B0604020202020204" pitchFamily="34" charset="0"/>
        <a:buChar char="•"/>
        <a:defRPr sz="1600" kern="1200">
          <a:solidFill>
            <a:schemeClr val="bg1"/>
          </a:solidFill>
          <a:latin typeface="+mn-lt"/>
          <a:ea typeface="+mn-ea"/>
          <a:cs typeface="+mn-cs"/>
        </a:defRPr>
      </a:lvl3pPr>
      <a:lvl4pPr marL="731520" indent="-182880" algn="l" defTabSz="914400" rtl="0" eaLnBrk="1" latinLnBrk="0" hangingPunct="1">
        <a:lnSpc>
          <a:spcPct val="100000"/>
        </a:lnSpc>
        <a:spcBef>
          <a:spcPts val="0"/>
        </a:spcBef>
        <a:spcAft>
          <a:spcPts val="1800"/>
        </a:spcAft>
        <a:buFont typeface="System Font Regular"/>
        <a:buChar char="⁃"/>
        <a:defRPr sz="1400" kern="1200">
          <a:solidFill>
            <a:schemeClr val="bg1"/>
          </a:solidFill>
          <a:latin typeface="+mn-lt"/>
          <a:ea typeface="+mn-ea"/>
          <a:cs typeface="+mn-cs"/>
        </a:defRPr>
      </a:lvl4pPr>
      <a:lvl5pPr marL="914400" indent="-182880" algn="l" defTabSz="914400" rtl="0" eaLnBrk="1" latinLnBrk="0" hangingPunct="1">
        <a:lnSpc>
          <a:spcPct val="100000"/>
        </a:lnSpc>
        <a:spcBef>
          <a:spcPts val="0"/>
        </a:spcBef>
        <a:spcAft>
          <a:spcPts val="1800"/>
        </a:spcAft>
        <a:buFont typeface="Arial" panose="020B0604020202020204" pitchFamily="34" charset="0"/>
        <a:buChar char="•"/>
        <a:defRPr sz="12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7536">
          <p15:clr>
            <a:srgbClr val="F26B43"/>
          </p15:clr>
        </p15:guide>
        <p15:guide id="4" orient="horz" pos="144">
          <p15:clr>
            <a:srgbClr val="F26B43"/>
          </p15:clr>
        </p15:guide>
        <p15:guide id="5" pos="144">
          <p15:clr>
            <a:srgbClr val="F26B43"/>
          </p15:clr>
        </p15:guide>
        <p15:guide id="6" orient="horz" pos="4176">
          <p15:clr>
            <a:srgbClr val="F26B43"/>
          </p15:clr>
        </p15:guide>
        <p15:guide id="7" pos="3840">
          <p15:clr>
            <a:srgbClr val="F26B43"/>
          </p15:clr>
        </p15:guide>
        <p15:guide id="8" orient="horz" pos="2160">
          <p15:clr>
            <a:srgbClr val="F26B43"/>
          </p15:clr>
        </p15:guide>
        <p15:guide id="9" pos="3984">
          <p15:clr>
            <a:srgbClr val="F26B43"/>
          </p15:clr>
        </p15:guide>
        <p15:guide id="10" pos="3696">
          <p15:clr>
            <a:srgbClr val="F26B43"/>
          </p15:clr>
        </p15:guide>
        <p15:guide id="11" pos="1920">
          <p15:clr>
            <a:srgbClr val="F26B43"/>
          </p15:clr>
        </p15:guide>
        <p15:guide id="12" pos="2064">
          <p15:clr>
            <a:srgbClr val="F26B43"/>
          </p15:clr>
        </p15:guide>
        <p15:guide id="13" pos="1776">
          <p15:clr>
            <a:srgbClr val="F26B43"/>
          </p15:clr>
        </p15:guide>
        <p15:guide id="14" pos="5760">
          <p15:clr>
            <a:srgbClr val="F26B43"/>
          </p15:clr>
        </p15:guide>
        <p15:guide id="15" pos="5616">
          <p15:clr>
            <a:srgbClr val="F26B43"/>
          </p15:clr>
        </p15:guide>
        <p15:guide id="16" pos="5904">
          <p15:clr>
            <a:srgbClr val="F26B43"/>
          </p15:clr>
        </p15:guide>
        <p15:guide id="17" orient="horz" pos="2304">
          <p15:clr>
            <a:srgbClr val="F26B43"/>
          </p15:clr>
        </p15:guide>
        <p15:guide id="18" orient="horz" pos="2016">
          <p15:clr>
            <a:srgbClr val="F26B43"/>
          </p15:clr>
        </p15:guide>
        <p15:guide id="19" orient="horz" pos="864">
          <p15:clr>
            <a:srgbClr val="F26B43"/>
          </p15:clr>
        </p15:guide>
        <p15:guide id="20" orient="horz" pos="4032">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hyperlink" Target="http://www.cbsit.com.cy/main/en/node/112" TargetMode="External"/><Relationship Id="rId7" Type="http://schemas.openxmlformats.org/officeDocument/2006/relationships/image" Target="../media/image7.svg"/><Relationship Id="rId12" Type="http://schemas.openxmlformats.org/officeDocument/2006/relationships/image" Target="../media/image12.svg"/><Relationship Id="rId2" Type="http://schemas.openxmlformats.org/officeDocument/2006/relationships/image" Target="../media/image3.jpeg"/><Relationship Id="rId1" Type="http://schemas.openxmlformats.org/officeDocument/2006/relationships/slideLayout" Target="../slideLayouts/slideLayout21.xml"/><Relationship Id="rId6" Type="http://schemas.openxmlformats.org/officeDocument/2006/relationships/image" Target="../media/image6.svg"/><Relationship Id="rId11" Type="http://schemas.openxmlformats.org/officeDocument/2006/relationships/image" Target="../media/image11.png"/><Relationship Id="rId5" Type="http://schemas.openxmlformats.org/officeDocument/2006/relationships/image" Target="../media/image5.svg"/><Relationship Id="rId10" Type="http://schemas.openxmlformats.org/officeDocument/2006/relationships/image" Target="../media/image10.svg"/><Relationship Id="rId4" Type="http://schemas.openxmlformats.org/officeDocument/2006/relationships/image" Target="../media/image4.svg"/><Relationship Id="rId9" Type="http://schemas.openxmlformats.org/officeDocument/2006/relationships/image" Target="../media/image9.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00"/>
        <p:cNvGrpSpPr/>
        <p:nvPr/>
      </p:nvGrpSpPr>
      <p:grpSpPr>
        <a:xfrm>
          <a:off x="0" y="0"/>
          <a:ext cx="0" cy="0"/>
          <a:chOff x="0" y="0"/>
          <a:chExt cx="0" cy="0"/>
        </a:xfrm>
      </p:grpSpPr>
      <p:pic>
        <p:nvPicPr>
          <p:cNvPr id="1401" name="Google Shape;1401;p111"/>
          <p:cNvPicPr preferRelativeResize="0"/>
          <p:nvPr/>
        </p:nvPicPr>
        <p:blipFill>
          <a:blip r:embed="rId3" cstate="email">
            <a:extLst>
              <a:ext uri="{28A0092B-C50C-407E-A947-70E740481C1C}">
                <a14:useLocalDpi xmlns:a14="http://schemas.microsoft.com/office/drawing/2010/main"/>
              </a:ext>
            </a:extLst>
          </a:blip>
          <a:srcRect/>
          <a:stretch/>
        </p:blipFill>
        <p:spPr>
          <a:xfrm>
            <a:off x="326551" y="214315"/>
            <a:ext cx="1860551" cy="1860551"/>
          </a:xfrm>
          <a:prstGeom prst="rect">
            <a:avLst/>
          </a:prstGeom>
          <a:noFill/>
          <a:ln>
            <a:noFill/>
          </a:ln>
        </p:spPr>
      </p:pic>
      <p:sp>
        <p:nvSpPr>
          <p:cNvPr id="1402" name="Google Shape;1402;p111"/>
          <p:cNvSpPr txBox="1">
            <a:spLocks noGrp="1"/>
          </p:cNvSpPr>
          <p:nvPr>
            <p:ph type="title"/>
          </p:nvPr>
        </p:nvSpPr>
        <p:spPr>
          <a:xfrm>
            <a:off x="2316562" y="70818"/>
            <a:ext cx="9284153" cy="976588"/>
          </a:xfrm>
          <a:prstGeom prst="rect">
            <a:avLst/>
          </a:prstGeom>
          <a:noFill/>
          <a:ln>
            <a:noFill/>
          </a:ln>
        </p:spPr>
        <p:txBody>
          <a:bodyPr spcFirstLastPara="1" vert="horz" wrap="square" lIns="45700" tIns="22867" rIns="45700" bIns="22867" rtlCol="0" anchor="ctr" anchorCtr="0">
            <a:normAutofit/>
          </a:bodyPr>
          <a:lstStyle/>
          <a:p>
            <a:r>
              <a:rPr lang="en-US" sz="3200" b="0" dirty="0">
                <a:latin typeface="+mj-lt"/>
              </a:rPr>
              <a:t>PERSONA: IT ARCHITECT</a:t>
            </a:r>
            <a:endParaRPr sz="3200" b="0" dirty="0">
              <a:latin typeface="+mj-lt"/>
            </a:endParaRPr>
          </a:p>
        </p:txBody>
      </p:sp>
      <p:sp>
        <p:nvSpPr>
          <p:cNvPr id="1404" name="Google Shape;1404;p111"/>
          <p:cNvSpPr txBox="1">
            <a:spLocks noGrp="1"/>
          </p:cNvSpPr>
          <p:nvPr>
            <p:ph type="body" idx="6"/>
          </p:nvPr>
        </p:nvSpPr>
        <p:spPr>
          <a:xfrm>
            <a:off x="4100079" y="2155477"/>
            <a:ext cx="3994059" cy="4702523"/>
          </a:xfrm>
          <a:prstGeom prst="rect">
            <a:avLst/>
          </a:prstGeom>
          <a:noFill/>
          <a:ln>
            <a:noFill/>
          </a:ln>
        </p:spPr>
        <p:txBody>
          <a:bodyPr spcFirstLastPara="1" vert="horz" wrap="square" lIns="45700" tIns="45700" rIns="45700" bIns="45700" rtlCol="0" anchor="t" anchorCtr="0">
            <a:normAutofit/>
          </a:bodyPr>
          <a:lstStyle/>
          <a:p>
            <a:pPr marL="0" indent="0">
              <a:spcBef>
                <a:spcPts val="0"/>
              </a:spcBef>
              <a:buClr>
                <a:schemeClr val="bg1"/>
              </a:buClr>
              <a:buSzPts val="1942"/>
            </a:pPr>
            <a:r>
              <a:rPr lang="en-US" sz="1233" dirty="0"/>
              <a:t>PAIN POINTS/CHALLENGES</a:t>
            </a:r>
            <a:endParaRPr sz="616" dirty="0"/>
          </a:p>
          <a:p>
            <a:pPr marL="220128" indent="-138214">
              <a:buClr>
                <a:schemeClr val="bg1"/>
              </a:buClr>
              <a:buSzPts val="833"/>
              <a:buChar char="•"/>
            </a:pPr>
            <a:r>
              <a:rPr lang="en-US" sz="1067" b="0" dirty="0"/>
              <a:t>Talent shortage / skills gap</a:t>
            </a:r>
          </a:p>
          <a:p>
            <a:pPr marL="220128" indent="-138214">
              <a:buClr>
                <a:schemeClr val="bg1"/>
              </a:buClr>
              <a:buSzPts val="833"/>
              <a:buChar char="•"/>
            </a:pPr>
            <a:r>
              <a:rPr lang="en-US" sz="1067" b="0" dirty="0"/>
              <a:t>Rapid evolution of technology (obsolescence)</a:t>
            </a:r>
          </a:p>
          <a:p>
            <a:pPr marL="220128" indent="-138214">
              <a:buClr>
                <a:schemeClr val="bg1"/>
              </a:buClr>
              <a:buSzPts val="833"/>
              <a:buChar char="•"/>
            </a:pPr>
            <a:r>
              <a:rPr lang="en-US" sz="1067" b="0" dirty="0"/>
              <a:t>Organizational silos and information fiefdoms</a:t>
            </a:r>
          </a:p>
          <a:p>
            <a:pPr marL="220128" indent="-138214">
              <a:buClr>
                <a:schemeClr val="bg1"/>
              </a:buClr>
              <a:buSzPts val="833"/>
              <a:buChar char="•"/>
            </a:pPr>
            <a:r>
              <a:rPr lang="en-US" sz="1067" b="0" dirty="0"/>
              <a:t>Lack of IT agility to support business needs</a:t>
            </a:r>
          </a:p>
          <a:p>
            <a:pPr marL="220128" indent="-138214">
              <a:buClr>
                <a:schemeClr val="bg1"/>
              </a:buClr>
              <a:buSzPts val="833"/>
              <a:buChar char="•"/>
            </a:pPr>
            <a:r>
              <a:rPr lang="en-US" sz="1067" b="0" dirty="0"/>
              <a:t>Advanced user expectations based on cloud-like and consume app experiences</a:t>
            </a:r>
          </a:p>
          <a:p>
            <a:pPr marL="220128" indent="-138214">
              <a:buClr>
                <a:schemeClr val="bg1"/>
              </a:buClr>
              <a:buSzPts val="833"/>
              <a:buChar char="•"/>
            </a:pPr>
            <a:r>
              <a:rPr lang="en-US" sz="1067" b="0" dirty="0"/>
              <a:t>Integration of disparate systems and data silos</a:t>
            </a:r>
          </a:p>
          <a:p>
            <a:pPr marL="220128" indent="-138214">
              <a:buClr>
                <a:schemeClr val="bg1"/>
              </a:buClr>
              <a:buSzPts val="833"/>
              <a:buChar char="•"/>
            </a:pPr>
            <a:r>
              <a:rPr lang="en-US" sz="1067" b="0" dirty="0"/>
              <a:t>Abundance of data, but lack of real insights</a:t>
            </a:r>
          </a:p>
          <a:p>
            <a:pPr marL="220128" indent="-138214">
              <a:buClr>
                <a:schemeClr val="bg1"/>
              </a:buClr>
              <a:buSzPts val="833"/>
              <a:buChar char="•"/>
            </a:pPr>
            <a:r>
              <a:rPr lang="en-US" sz="1067" b="0" dirty="0"/>
              <a:t>Inefficient data security and cyber resilience strategies</a:t>
            </a:r>
            <a:endParaRPr sz="1067" dirty="0"/>
          </a:p>
          <a:p>
            <a:pPr marL="220128" indent="-67732">
              <a:spcBef>
                <a:spcPts val="267"/>
              </a:spcBef>
              <a:buClr>
                <a:schemeClr val="bg1"/>
              </a:buClr>
              <a:buSzPts val="833"/>
            </a:pPr>
            <a:endParaRPr sz="1109" b="0" dirty="0"/>
          </a:p>
          <a:p>
            <a:pPr marL="0" indent="0">
              <a:spcBef>
                <a:spcPts val="667"/>
              </a:spcBef>
              <a:buClr>
                <a:schemeClr val="bg1"/>
              </a:buClr>
              <a:buSzPts val="1942"/>
            </a:pPr>
            <a:r>
              <a:rPr lang="en-US" sz="1233" dirty="0"/>
              <a:t>HOW THIS PERSONA SUCCEEDS</a:t>
            </a:r>
            <a:endParaRPr sz="616" dirty="0"/>
          </a:p>
          <a:p>
            <a:pPr marL="220128" indent="-138214">
              <a:buClr>
                <a:schemeClr val="bg1"/>
              </a:buClr>
              <a:buSzPts val="833"/>
              <a:buChar char="•"/>
            </a:pPr>
            <a:r>
              <a:rPr lang="en-US" sz="1067" b="0" dirty="0"/>
              <a:t>Advisor to IT leadership and the business units regarding alignment of IT capabilities to strategic and tactical activities</a:t>
            </a:r>
            <a:endParaRPr sz="1067" dirty="0"/>
          </a:p>
          <a:p>
            <a:pPr marL="220128" indent="-138214">
              <a:spcBef>
                <a:spcPts val="267"/>
              </a:spcBef>
              <a:buClr>
                <a:schemeClr val="bg1"/>
              </a:buClr>
              <a:buSzPts val="833"/>
              <a:buChar char="•"/>
            </a:pPr>
            <a:r>
              <a:rPr lang="en-US" sz="1067" b="0" dirty="0"/>
              <a:t>Validate new technology requirements and associated architecture - including research, POCs, trials, etc.</a:t>
            </a:r>
            <a:endParaRPr sz="1067" dirty="0"/>
          </a:p>
          <a:p>
            <a:pPr marL="220128" indent="-138214">
              <a:spcBef>
                <a:spcPts val="267"/>
              </a:spcBef>
              <a:buClr>
                <a:schemeClr val="bg1"/>
              </a:buClr>
              <a:buSzPts val="833"/>
              <a:buChar char="•"/>
            </a:pPr>
            <a:r>
              <a:rPr lang="en-US" sz="1067" b="0" dirty="0"/>
              <a:t>Act as the the liaison with external suppliers to understand how vendor-solutions can be incorporated.</a:t>
            </a:r>
            <a:endParaRPr sz="1067" dirty="0"/>
          </a:p>
          <a:p>
            <a:pPr marL="220128" indent="-138214">
              <a:spcBef>
                <a:spcPts val="267"/>
              </a:spcBef>
              <a:spcAft>
                <a:spcPts val="267"/>
              </a:spcAft>
              <a:buClr>
                <a:schemeClr val="bg1"/>
              </a:buClr>
              <a:buSzPts val="833"/>
              <a:buChar char="•"/>
            </a:pPr>
            <a:r>
              <a:rPr lang="en-US" sz="1067" b="0" dirty="0"/>
              <a:t>Execute the IT strategy, integrate existing systems where appropriate, optimize IT through automation and with new technology that saves on power, cooling and space.</a:t>
            </a:r>
          </a:p>
          <a:p>
            <a:pPr marL="220128" indent="-138214">
              <a:spcBef>
                <a:spcPts val="267"/>
              </a:spcBef>
              <a:spcAft>
                <a:spcPts val="267"/>
              </a:spcAft>
              <a:buClr>
                <a:schemeClr val="bg1"/>
              </a:buClr>
              <a:buSzPts val="833"/>
              <a:buChar char="•"/>
            </a:pPr>
            <a:r>
              <a:rPr lang="en-US" sz="1067" b="0" dirty="0"/>
              <a:t>Collaborate with organizational departments to develop IT proposals and high-level data architecture designs.</a:t>
            </a:r>
          </a:p>
          <a:p>
            <a:pPr marL="220128" indent="-138214">
              <a:spcBef>
                <a:spcPts val="267"/>
              </a:spcBef>
              <a:spcAft>
                <a:spcPts val="267"/>
              </a:spcAft>
              <a:buClr>
                <a:schemeClr val="bg1"/>
              </a:buClr>
              <a:buSzPts val="833"/>
              <a:buChar char="•"/>
            </a:pPr>
            <a:endParaRPr sz="616" dirty="0"/>
          </a:p>
        </p:txBody>
      </p:sp>
      <p:sp>
        <p:nvSpPr>
          <p:cNvPr id="1405" name="Google Shape;1405;p111"/>
          <p:cNvSpPr txBox="1">
            <a:spLocks noGrp="1"/>
          </p:cNvSpPr>
          <p:nvPr>
            <p:ph type="body" idx="4"/>
          </p:nvPr>
        </p:nvSpPr>
        <p:spPr>
          <a:xfrm>
            <a:off x="201089" y="2155478"/>
            <a:ext cx="3792971" cy="4702521"/>
          </a:xfrm>
          <a:prstGeom prst="rect">
            <a:avLst/>
          </a:prstGeom>
          <a:noFill/>
          <a:ln>
            <a:noFill/>
          </a:ln>
        </p:spPr>
        <p:txBody>
          <a:bodyPr spcFirstLastPara="1" vert="horz" wrap="square" lIns="45700" tIns="45700" rIns="45700" bIns="45700" rtlCol="0" anchor="t" anchorCtr="0">
            <a:normAutofit/>
          </a:bodyPr>
          <a:lstStyle/>
          <a:p>
            <a:pPr marL="0" indent="0">
              <a:lnSpc>
                <a:spcPct val="80000"/>
              </a:lnSpc>
              <a:spcBef>
                <a:spcPts val="0"/>
              </a:spcBef>
              <a:buClr>
                <a:schemeClr val="bg1"/>
              </a:buClr>
            </a:pPr>
            <a:r>
              <a:rPr lang="en-US" sz="1333" dirty="0"/>
              <a:t>KEY CHARACTERISTICS</a:t>
            </a:r>
            <a:endParaRPr sz="667" dirty="0"/>
          </a:p>
          <a:p>
            <a:pPr marL="237061" indent="-160863">
              <a:lnSpc>
                <a:spcPct val="80000"/>
              </a:lnSpc>
              <a:spcAft>
                <a:spcPts val="400"/>
              </a:spcAft>
              <a:buClr>
                <a:schemeClr val="bg1"/>
              </a:buClr>
              <a:buSzPts val="900"/>
              <a:buChar char="•"/>
            </a:pPr>
            <a:r>
              <a:rPr lang="en-US" sz="1067" b="0" dirty="0"/>
              <a:t>Technical decision influencer, can also be decision makers (especially in S2 accounts)</a:t>
            </a:r>
            <a:endParaRPr sz="1067" dirty="0"/>
          </a:p>
          <a:p>
            <a:pPr marL="237061" indent="-160863">
              <a:lnSpc>
                <a:spcPct val="80000"/>
              </a:lnSpc>
              <a:spcAft>
                <a:spcPts val="400"/>
              </a:spcAft>
              <a:buClr>
                <a:schemeClr val="bg1"/>
              </a:buClr>
              <a:buSzPts val="900"/>
              <a:buChar char="•"/>
            </a:pPr>
            <a:r>
              <a:rPr lang="en-US" sz="1067" b="0" dirty="0"/>
              <a:t>Designs IT architectures based on business strategy</a:t>
            </a:r>
            <a:endParaRPr sz="1067" dirty="0"/>
          </a:p>
          <a:p>
            <a:pPr marL="237061" indent="-160863">
              <a:lnSpc>
                <a:spcPct val="80000"/>
              </a:lnSpc>
              <a:spcAft>
                <a:spcPts val="400"/>
              </a:spcAft>
              <a:buClr>
                <a:schemeClr val="bg1"/>
              </a:buClr>
              <a:buSzPts val="900"/>
              <a:buChar char="•"/>
            </a:pPr>
            <a:r>
              <a:rPr lang="en-US" sz="1067" b="0" dirty="0"/>
              <a:t>Typically owns the execution of the IT budget, roadmap, and influences IT strategy</a:t>
            </a:r>
            <a:endParaRPr sz="1067" dirty="0"/>
          </a:p>
          <a:p>
            <a:pPr marL="237061" indent="-160863">
              <a:lnSpc>
                <a:spcPct val="80000"/>
              </a:lnSpc>
              <a:spcAft>
                <a:spcPts val="400"/>
              </a:spcAft>
              <a:buClr>
                <a:schemeClr val="bg1"/>
              </a:buClr>
              <a:buSzPts val="900"/>
              <a:buChar char="•"/>
            </a:pPr>
            <a:r>
              <a:rPr lang="en-US" sz="1067" b="0" dirty="0"/>
              <a:t>Manages IT resources in a hybrid environment</a:t>
            </a:r>
            <a:endParaRPr sz="1067" dirty="0"/>
          </a:p>
          <a:p>
            <a:pPr marL="237061" indent="-160863">
              <a:lnSpc>
                <a:spcPct val="80000"/>
              </a:lnSpc>
              <a:spcAft>
                <a:spcPts val="400"/>
              </a:spcAft>
              <a:buClr>
                <a:schemeClr val="bg1"/>
              </a:buClr>
              <a:buSzPts val="900"/>
              <a:buChar char="•"/>
            </a:pPr>
            <a:r>
              <a:rPr lang="en-US" sz="1067" b="0" dirty="0"/>
              <a:t>Long-range technology futures, recommendations, new-tech evaluation</a:t>
            </a:r>
            <a:endParaRPr sz="1067" dirty="0"/>
          </a:p>
          <a:p>
            <a:pPr marL="67732" indent="0">
              <a:lnSpc>
                <a:spcPct val="80000"/>
              </a:lnSpc>
              <a:spcBef>
                <a:spcPts val="267"/>
              </a:spcBef>
              <a:buClr>
                <a:schemeClr val="bg1"/>
              </a:buClr>
              <a:buSzPts val="900"/>
            </a:pPr>
            <a:endParaRPr sz="1200" b="0" dirty="0"/>
          </a:p>
          <a:p>
            <a:pPr marL="0" indent="0">
              <a:lnSpc>
                <a:spcPct val="80000"/>
              </a:lnSpc>
              <a:spcBef>
                <a:spcPts val="667"/>
              </a:spcBef>
              <a:buClr>
                <a:schemeClr val="bg1"/>
              </a:buClr>
            </a:pPr>
            <a:r>
              <a:rPr lang="en-US" sz="1333" dirty="0"/>
              <a:t>DRIVERS/GOALS</a:t>
            </a:r>
            <a:endParaRPr sz="667" dirty="0"/>
          </a:p>
          <a:p>
            <a:pPr marL="220128" indent="-143930">
              <a:lnSpc>
                <a:spcPct val="80000"/>
              </a:lnSpc>
              <a:spcAft>
                <a:spcPts val="400"/>
              </a:spcAft>
              <a:buClr>
                <a:schemeClr val="bg1"/>
              </a:buClr>
              <a:buSzPts val="900"/>
              <a:buFont typeface="Arial"/>
              <a:buChar char="•"/>
            </a:pPr>
            <a:r>
              <a:rPr lang="en-US" sz="1067" dirty="0"/>
              <a:t>IT Agility: </a:t>
            </a:r>
            <a:r>
              <a:rPr lang="en-US" sz="1067" b="0" dirty="0"/>
              <a:t>implement new business processes and management methodologies.</a:t>
            </a:r>
            <a:endParaRPr sz="1067" dirty="0"/>
          </a:p>
          <a:p>
            <a:pPr marL="220128" indent="-143930">
              <a:lnSpc>
                <a:spcPct val="80000"/>
              </a:lnSpc>
              <a:spcAft>
                <a:spcPts val="400"/>
              </a:spcAft>
              <a:buClr>
                <a:schemeClr val="bg1"/>
              </a:buClr>
              <a:buSzPts val="900"/>
              <a:buFont typeface="Arial"/>
              <a:buChar char="•"/>
            </a:pPr>
            <a:r>
              <a:rPr lang="en-US" sz="1067" dirty="0"/>
              <a:t>Automation: </a:t>
            </a:r>
            <a:r>
              <a:rPr lang="en-US" sz="1067" b="0" dirty="0"/>
              <a:t>integrate existing systems with automation and optimization approaches for primary business processes.</a:t>
            </a:r>
            <a:endParaRPr sz="1067" dirty="0"/>
          </a:p>
          <a:p>
            <a:pPr marL="220128" indent="-143930">
              <a:lnSpc>
                <a:spcPct val="80000"/>
              </a:lnSpc>
              <a:spcAft>
                <a:spcPts val="400"/>
              </a:spcAft>
              <a:buClr>
                <a:schemeClr val="bg1"/>
              </a:buClr>
              <a:buSzPts val="900"/>
              <a:buFont typeface="Arial"/>
              <a:buChar char="•"/>
            </a:pPr>
            <a:r>
              <a:rPr lang="en-US" sz="1067" dirty="0"/>
              <a:t>IT Investments: </a:t>
            </a:r>
            <a:r>
              <a:rPr lang="en-US" sz="1067" b="0" dirty="0"/>
              <a:t>estimate required investments in technology and IT to promote modernization and digital transformation strategies. Calculate potential financial and efficiency returns from the strategic IT plan.</a:t>
            </a:r>
            <a:endParaRPr sz="1067" dirty="0"/>
          </a:p>
          <a:p>
            <a:pPr marL="220128" indent="-143930">
              <a:lnSpc>
                <a:spcPct val="80000"/>
              </a:lnSpc>
              <a:spcAft>
                <a:spcPts val="400"/>
              </a:spcAft>
              <a:buClr>
                <a:schemeClr val="bg1"/>
              </a:buClr>
              <a:buSzPts val="900"/>
              <a:buFont typeface="Arial"/>
              <a:buChar char="•"/>
            </a:pPr>
            <a:r>
              <a:rPr lang="en-US" sz="1067" dirty="0"/>
              <a:t>Designed for Innovation: </a:t>
            </a:r>
            <a:r>
              <a:rPr lang="en-US" sz="1067" b="0" dirty="0"/>
              <a:t>create an agile IT foundation that supports new products, adapts existing IT systems, and integrates complex data types to meet new market requirements.</a:t>
            </a:r>
            <a:endParaRPr sz="1067" b="0" dirty="0"/>
          </a:p>
        </p:txBody>
      </p:sp>
      <p:sp>
        <p:nvSpPr>
          <p:cNvPr id="1406" name="Google Shape;1406;p111"/>
          <p:cNvSpPr txBox="1">
            <a:spLocks noGrp="1"/>
          </p:cNvSpPr>
          <p:nvPr>
            <p:ph type="body" idx="1"/>
          </p:nvPr>
        </p:nvSpPr>
        <p:spPr>
          <a:xfrm>
            <a:off x="7487244" y="1049388"/>
            <a:ext cx="1290800" cy="328400"/>
          </a:xfrm>
          <a:prstGeom prst="rect">
            <a:avLst/>
          </a:prstGeom>
          <a:noFill/>
          <a:ln>
            <a:noFill/>
          </a:ln>
        </p:spPr>
        <p:txBody>
          <a:bodyPr spcFirstLastPara="1" vert="horz" wrap="square" lIns="45700" tIns="22867" rIns="45700" bIns="22867" rtlCol="0" anchor="ctr" anchorCtr="0">
            <a:normAutofit fontScale="92500"/>
          </a:bodyPr>
          <a:lstStyle/>
          <a:p>
            <a:pPr marL="0" indent="0"/>
            <a:r>
              <a:rPr lang="en-US" dirty="0"/>
              <a:t>Sales Play Name:</a:t>
            </a:r>
            <a:endParaRPr dirty="0"/>
          </a:p>
        </p:txBody>
      </p:sp>
      <p:sp>
        <p:nvSpPr>
          <p:cNvPr id="1407" name="Google Shape;1407;p111"/>
          <p:cNvSpPr txBox="1">
            <a:spLocks noGrp="1"/>
          </p:cNvSpPr>
          <p:nvPr>
            <p:ph type="body" idx="7"/>
          </p:nvPr>
        </p:nvSpPr>
        <p:spPr>
          <a:xfrm>
            <a:off x="8872471" y="1049388"/>
            <a:ext cx="3102800" cy="328400"/>
          </a:xfrm>
          <a:prstGeom prst="rect">
            <a:avLst/>
          </a:prstGeom>
          <a:noFill/>
          <a:ln>
            <a:noFill/>
          </a:ln>
        </p:spPr>
        <p:txBody>
          <a:bodyPr spcFirstLastPara="1" vert="horz" wrap="square" lIns="45700" tIns="22867" rIns="45700" bIns="22867" rtlCol="0" anchor="ctr" anchorCtr="0">
            <a:normAutofit/>
          </a:bodyPr>
          <a:lstStyle/>
          <a:p>
            <a:pPr marL="0" indent="0"/>
            <a:r>
              <a:rPr lang="en-US" dirty="0"/>
              <a:t>[SALES PLAY(S) GO HERE]</a:t>
            </a:r>
            <a:endParaRPr dirty="0"/>
          </a:p>
        </p:txBody>
      </p:sp>
      <p:sp>
        <p:nvSpPr>
          <p:cNvPr id="1408" name="Google Shape;1408;p111"/>
          <p:cNvSpPr txBox="1">
            <a:spLocks noGrp="1"/>
          </p:cNvSpPr>
          <p:nvPr>
            <p:ph type="body" idx="3"/>
          </p:nvPr>
        </p:nvSpPr>
        <p:spPr>
          <a:xfrm>
            <a:off x="2316561" y="1049388"/>
            <a:ext cx="1290800" cy="328400"/>
          </a:xfrm>
          <a:prstGeom prst="rect">
            <a:avLst/>
          </a:prstGeom>
          <a:noFill/>
          <a:ln>
            <a:noFill/>
          </a:ln>
        </p:spPr>
        <p:txBody>
          <a:bodyPr spcFirstLastPara="1" vert="horz" wrap="square" lIns="45700" tIns="22867" rIns="45700" bIns="22867" rtlCol="0" anchor="ctr" anchorCtr="0">
            <a:normAutofit/>
          </a:bodyPr>
          <a:lstStyle/>
          <a:p>
            <a:pPr marL="0" indent="0"/>
            <a:r>
              <a:rPr lang="en-US" dirty="0"/>
              <a:t>Products:</a:t>
            </a:r>
            <a:endParaRPr dirty="0"/>
          </a:p>
        </p:txBody>
      </p:sp>
      <p:sp>
        <p:nvSpPr>
          <p:cNvPr id="1409" name="Google Shape;1409;p111"/>
          <p:cNvSpPr txBox="1">
            <a:spLocks noGrp="1"/>
          </p:cNvSpPr>
          <p:nvPr>
            <p:ph type="body" idx="2"/>
          </p:nvPr>
        </p:nvSpPr>
        <p:spPr>
          <a:xfrm>
            <a:off x="3701788" y="1049388"/>
            <a:ext cx="3102800" cy="328400"/>
          </a:xfrm>
          <a:prstGeom prst="rect">
            <a:avLst/>
          </a:prstGeom>
          <a:noFill/>
          <a:ln>
            <a:noFill/>
          </a:ln>
        </p:spPr>
        <p:txBody>
          <a:bodyPr spcFirstLastPara="1" vert="horz" wrap="square" lIns="45700" tIns="22867" rIns="45700" bIns="22867" rtlCol="0" anchor="ctr" anchorCtr="0">
            <a:normAutofit/>
          </a:bodyPr>
          <a:lstStyle/>
          <a:p>
            <a:pPr marL="0" indent="0"/>
            <a:r>
              <a:rPr lang="en-US" dirty="0"/>
              <a:t>[SPECIFIC PRODUCT(S) GO HERE]</a:t>
            </a:r>
            <a:endParaRPr dirty="0"/>
          </a:p>
        </p:txBody>
      </p:sp>
      <p:sp>
        <p:nvSpPr>
          <p:cNvPr id="1403" name="Google Shape;1403;p111"/>
          <p:cNvSpPr txBox="1">
            <a:spLocks noGrp="1"/>
          </p:cNvSpPr>
          <p:nvPr>
            <p:ph type="body" idx="5"/>
          </p:nvPr>
        </p:nvSpPr>
        <p:spPr>
          <a:xfrm>
            <a:off x="8200158" y="2155477"/>
            <a:ext cx="3775297" cy="4702523"/>
          </a:xfrm>
          <a:prstGeom prst="rect">
            <a:avLst/>
          </a:prstGeom>
          <a:noFill/>
          <a:ln>
            <a:noFill/>
          </a:ln>
        </p:spPr>
        <p:txBody>
          <a:bodyPr spcFirstLastPara="1" vert="horz" wrap="square" lIns="45700" tIns="45700" rIns="45700" bIns="45700" rtlCol="0" anchor="t" anchorCtr="0">
            <a:normAutofit/>
          </a:bodyPr>
          <a:lstStyle/>
          <a:p>
            <a:pPr marL="0" indent="0">
              <a:buClr>
                <a:schemeClr val="bg1"/>
              </a:buClr>
              <a:buSzPts val="1942"/>
            </a:pPr>
            <a:r>
              <a:rPr lang="en-US" sz="1333" dirty="0">
                <a:ea typeface="Inter"/>
                <a:cs typeface="Inter"/>
                <a:sym typeface="Inter"/>
              </a:rPr>
              <a:t>HOW [PRODUCT/SOLUTION] HELPS</a:t>
            </a:r>
            <a:endParaRPr sz="1333" dirty="0">
              <a:ea typeface="Inter"/>
              <a:cs typeface="Inter"/>
              <a:sym typeface="Inter"/>
            </a:endParaRPr>
          </a:p>
          <a:p>
            <a:pPr marL="220128" indent="-138214">
              <a:buClr>
                <a:schemeClr val="bg1"/>
              </a:buClr>
              <a:buSzPts val="833"/>
              <a:buFont typeface="Inter"/>
              <a:buChar char="•"/>
            </a:pPr>
            <a:r>
              <a:rPr lang="en-US" sz="1067" b="0" dirty="0">
                <a:ea typeface="Inter"/>
                <a:cs typeface="Inter"/>
                <a:sym typeface="Inter"/>
              </a:rPr>
              <a:t>Benefit 1</a:t>
            </a:r>
          </a:p>
          <a:p>
            <a:pPr marL="220128" indent="-138214">
              <a:buClr>
                <a:schemeClr val="bg1"/>
              </a:buClr>
              <a:buSzPts val="833"/>
              <a:buFont typeface="Inter"/>
              <a:buChar char="•"/>
            </a:pPr>
            <a:r>
              <a:rPr lang="en-US" sz="1067" b="0" dirty="0">
                <a:ea typeface="Inter"/>
                <a:cs typeface="Inter"/>
                <a:sym typeface="Inter"/>
              </a:rPr>
              <a:t>Benefit 2</a:t>
            </a:r>
          </a:p>
          <a:p>
            <a:pPr marL="220128" indent="-138214">
              <a:buClr>
                <a:schemeClr val="bg1"/>
              </a:buClr>
              <a:buSzPts val="833"/>
              <a:buFont typeface="Inter"/>
              <a:buChar char="•"/>
            </a:pPr>
            <a:r>
              <a:rPr lang="en-US" sz="1067" b="0" dirty="0">
                <a:ea typeface="Inter"/>
                <a:cs typeface="Inter"/>
                <a:sym typeface="Inter"/>
              </a:rPr>
              <a:t>Benefit 3</a:t>
            </a:r>
          </a:p>
          <a:p>
            <a:pPr marL="220128" indent="-138214">
              <a:buClr>
                <a:schemeClr val="bg1"/>
              </a:buClr>
              <a:buSzPts val="833"/>
              <a:buFont typeface="Inter"/>
              <a:buChar char="•"/>
            </a:pPr>
            <a:r>
              <a:rPr lang="en-US" sz="1067" b="0" dirty="0">
                <a:ea typeface="Inter"/>
                <a:cs typeface="Inter"/>
                <a:sym typeface="Inter"/>
              </a:rPr>
              <a:t>Benefit 4</a:t>
            </a:r>
            <a:endParaRPr sz="1109" b="0" dirty="0">
              <a:ea typeface="Inter"/>
              <a:cs typeface="Inter"/>
              <a:sym typeface="Inter"/>
            </a:endParaRPr>
          </a:p>
          <a:p>
            <a:pPr marL="0" indent="0">
              <a:spcBef>
                <a:spcPts val="667"/>
              </a:spcBef>
              <a:buClr>
                <a:schemeClr val="bg1"/>
              </a:buClr>
              <a:buSzPts val="1942"/>
            </a:pPr>
            <a:r>
              <a:rPr lang="en-US" sz="1333" dirty="0">
                <a:ea typeface="Inter"/>
                <a:cs typeface="Inter"/>
                <a:sym typeface="Inter"/>
              </a:rPr>
              <a:t>ENGAGEMENT RECOMMENDATIONS</a:t>
            </a:r>
            <a:endParaRPr sz="1333" dirty="0">
              <a:ea typeface="Inter"/>
              <a:cs typeface="Inter"/>
              <a:sym typeface="Inter"/>
            </a:endParaRPr>
          </a:p>
          <a:p>
            <a:pPr marL="220128" indent="-138214">
              <a:buClr>
                <a:schemeClr val="bg1"/>
              </a:buClr>
              <a:buSzPts val="833"/>
              <a:buFont typeface="Inter"/>
              <a:buChar char="•"/>
            </a:pPr>
            <a:r>
              <a:rPr lang="en-US" sz="1109" b="0" i="1" dirty="0">
                <a:ea typeface="Inter"/>
                <a:cs typeface="Inter"/>
                <a:sym typeface="Inter"/>
              </a:rPr>
              <a:t>Discover</a:t>
            </a:r>
            <a:endParaRPr sz="616" dirty="0">
              <a:ea typeface="Inter"/>
              <a:cs typeface="Inter"/>
              <a:sym typeface="Inter"/>
            </a:endParaRPr>
          </a:p>
          <a:p>
            <a:pPr marL="541853" lvl="1" indent="-164249">
              <a:buClr>
                <a:schemeClr val="bg1"/>
              </a:buClr>
              <a:buSzPts val="740"/>
              <a:buFont typeface="Inter"/>
              <a:buChar char="o"/>
            </a:pPr>
            <a:r>
              <a:rPr lang="en-US" sz="987" dirty="0">
                <a:solidFill>
                  <a:schemeClr val="bg1"/>
                </a:solidFill>
                <a:latin typeface="+mn-lt"/>
                <a:ea typeface="Inter"/>
                <a:cs typeface="Inter"/>
                <a:sym typeface="Inter"/>
              </a:rPr>
              <a:t>The EA is heavily involved in remaining well educated on what IT solutions are available in the market. They are relied on to research the available options, narrow the target vendor list, consider the degree of interoperability, make a product recommendation, and deliver a rough integration plan.</a:t>
            </a:r>
            <a:endParaRPr sz="616" dirty="0">
              <a:solidFill>
                <a:schemeClr val="bg1"/>
              </a:solidFill>
              <a:latin typeface="+mn-lt"/>
              <a:ea typeface="Inter"/>
              <a:cs typeface="Inter"/>
              <a:sym typeface="Inter"/>
            </a:endParaRPr>
          </a:p>
          <a:p>
            <a:pPr marL="220128" indent="-138214">
              <a:spcBef>
                <a:spcPts val="0"/>
              </a:spcBef>
              <a:buClr>
                <a:schemeClr val="bg1"/>
              </a:buClr>
              <a:buSzPts val="833"/>
              <a:buFont typeface="Inter"/>
              <a:buChar char="•"/>
            </a:pPr>
            <a:r>
              <a:rPr lang="en-US" sz="1109" b="0" i="1" dirty="0">
                <a:ea typeface="Inter"/>
                <a:cs typeface="Inter"/>
                <a:sym typeface="Inter"/>
              </a:rPr>
              <a:t>Consider</a:t>
            </a:r>
            <a:endParaRPr sz="616" dirty="0">
              <a:ea typeface="Inter"/>
              <a:cs typeface="Inter"/>
              <a:sym typeface="Inter"/>
            </a:endParaRPr>
          </a:p>
          <a:p>
            <a:pPr marL="541853" lvl="1" indent="-164249">
              <a:buClr>
                <a:schemeClr val="bg1"/>
              </a:buClr>
              <a:buSzPts val="740"/>
              <a:buFont typeface="Inter"/>
              <a:buChar char="o"/>
            </a:pPr>
            <a:r>
              <a:rPr lang="en-US" sz="987" dirty="0">
                <a:solidFill>
                  <a:schemeClr val="bg1"/>
                </a:solidFill>
                <a:latin typeface="+mn-lt"/>
                <a:ea typeface="Inter"/>
                <a:cs typeface="Inter"/>
                <a:sym typeface="Inter"/>
              </a:rPr>
              <a:t>The EA is actively engaged and values influencer input and consumes a broad mix of content (analyst reports, case studies, technical articles, webinars, reviews, blogs, competitive comparisons, evaluation data, etc.).</a:t>
            </a:r>
            <a:endParaRPr sz="616" dirty="0">
              <a:solidFill>
                <a:schemeClr val="bg1"/>
              </a:solidFill>
              <a:latin typeface="+mn-lt"/>
              <a:ea typeface="Inter"/>
              <a:cs typeface="Inter"/>
              <a:sym typeface="Inter"/>
            </a:endParaRPr>
          </a:p>
          <a:p>
            <a:pPr marL="541853" lvl="1" indent="-164249">
              <a:spcBef>
                <a:spcPts val="0"/>
              </a:spcBef>
              <a:buClr>
                <a:schemeClr val="bg1"/>
              </a:buClr>
              <a:buSzPts val="740"/>
              <a:buFont typeface="Inter"/>
              <a:buChar char="o"/>
            </a:pPr>
            <a:r>
              <a:rPr lang="en-US" sz="987" dirty="0">
                <a:solidFill>
                  <a:schemeClr val="bg1"/>
                </a:solidFill>
                <a:latin typeface="+mn-lt"/>
                <a:ea typeface="Inter"/>
                <a:cs typeface="Inter"/>
                <a:sym typeface="Inter"/>
              </a:rPr>
              <a:t>Watering Holes: Tradeshows, EBCs, analyst events, LinkedIn/Twitter, Web/Internet search, webinars, YouTube, G2Croud (and similar), user groups.</a:t>
            </a:r>
            <a:endParaRPr sz="616" dirty="0">
              <a:solidFill>
                <a:schemeClr val="bg1"/>
              </a:solidFill>
              <a:latin typeface="+mn-lt"/>
              <a:ea typeface="Inter"/>
              <a:cs typeface="Inter"/>
              <a:sym typeface="Inter"/>
            </a:endParaRPr>
          </a:p>
          <a:p>
            <a:pPr marL="228594" indent="-146680">
              <a:spcBef>
                <a:spcPts val="0"/>
              </a:spcBef>
              <a:buClr>
                <a:schemeClr val="bg1"/>
              </a:buClr>
              <a:buSzPts val="833"/>
              <a:buFont typeface="Inter"/>
              <a:buChar char="•"/>
            </a:pPr>
            <a:r>
              <a:rPr lang="en-US" sz="1109" b="0" i="1" dirty="0">
                <a:ea typeface="Inter"/>
                <a:cs typeface="Inter"/>
                <a:sym typeface="Inter"/>
              </a:rPr>
              <a:t>Decide</a:t>
            </a:r>
            <a:endParaRPr sz="616" dirty="0">
              <a:ea typeface="Inter"/>
              <a:cs typeface="Inter"/>
              <a:sym typeface="Inter"/>
            </a:endParaRPr>
          </a:p>
          <a:p>
            <a:pPr marL="541853" lvl="1" indent="-164249">
              <a:buClr>
                <a:schemeClr val="bg1"/>
              </a:buClr>
              <a:buSzPts val="740"/>
              <a:buFont typeface="Inter"/>
              <a:buChar char="o"/>
            </a:pPr>
            <a:r>
              <a:rPr lang="en-US" sz="987" dirty="0">
                <a:solidFill>
                  <a:schemeClr val="bg1"/>
                </a:solidFill>
                <a:latin typeface="+mn-lt"/>
                <a:ea typeface="Inter"/>
                <a:cs typeface="Inter"/>
                <a:sym typeface="Inter"/>
              </a:rPr>
              <a:t>EA is the primary decision influencer; may be the decision maker in some cases, but exec owns budget</a:t>
            </a:r>
            <a:endParaRPr sz="616" dirty="0">
              <a:solidFill>
                <a:schemeClr val="bg1"/>
              </a:solidFill>
              <a:latin typeface="+mn-lt"/>
              <a:ea typeface="Inter"/>
              <a:cs typeface="Inter"/>
              <a:sym typeface="Inter"/>
            </a:endParaRPr>
          </a:p>
          <a:p>
            <a:pPr marL="541853" lvl="1" indent="-164249">
              <a:spcBef>
                <a:spcPts val="0"/>
              </a:spcBef>
              <a:buClr>
                <a:schemeClr val="bg1"/>
              </a:buClr>
              <a:buSzPts val="740"/>
              <a:buFont typeface="Courier New"/>
              <a:buChar char="o"/>
            </a:pPr>
            <a:r>
              <a:rPr lang="en-US" sz="987" dirty="0">
                <a:solidFill>
                  <a:schemeClr val="bg1"/>
                </a:solidFill>
                <a:latin typeface="+mn-lt"/>
                <a:ea typeface="Inter"/>
                <a:cs typeface="Inter"/>
                <a:sym typeface="Inter"/>
              </a:rPr>
              <a:t>EA values </a:t>
            </a:r>
            <a:r>
              <a:rPr lang="en-US" sz="987" b="1" dirty="0">
                <a:solidFill>
                  <a:schemeClr val="bg1"/>
                </a:solidFill>
                <a:latin typeface="+mn-lt"/>
                <a:ea typeface="Inter"/>
                <a:cs typeface="Inter"/>
                <a:sym typeface="Inter"/>
              </a:rPr>
              <a:t>previous vendor experiences, transparent pricing, and interoperability</a:t>
            </a:r>
            <a:r>
              <a:rPr lang="en-US" sz="987" dirty="0">
                <a:solidFill>
                  <a:schemeClr val="bg1"/>
                </a:solidFill>
                <a:latin typeface="+mn-lt"/>
                <a:ea typeface="Inter"/>
                <a:cs typeface="Inter"/>
                <a:sym typeface="Inter"/>
              </a:rPr>
              <a:t> as primary drivers</a:t>
            </a:r>
            <a:endParaRPr sz="616" dirty="0">
              <a:solidFill>
                <a:schemeClr val="bg1"/>
              </a:solidFill>
              <a:latin typeface="+mn-lt"/>
              <a:ea typeface="Inter"/>
              <a:cs typeface="Inter"/>
              <a:sym typeface="Inter"/>
            </a:endParaRPr>
          </a:p>
        </p:txBody>
      </p:sp>
      <p:grpSp>
        <p:nvGrpSpPr>
          <p:cNvPr id="1410" name="Google Shape;1410;p111"/>
          <p:cNvGrpSpPr/>
          <p:nvPr/>
        </p:nvGrpSpPr>
        <p:grpSpPr>
          <a:xfrm>
            <a:off x="2008971" y="1539885"/>
            <a:ext cx="3245963" cy="328295"/>
            <a:chOff x="4600832" y="3079769"/>
            <a:chExt cx="6491499" cy="656589"/>
          </a:xfrm>
        </p:grpSpPr>
        <p:sp>
          <p:nvSpPr>
            <p:cNvPr id="1411" name="Google Shape;1411;p111"/>
            <p:cNvSpPr txBox="1"/>
            <p:nvPr/>
          </p:nvSpPr>
          <p:spPr>
            <a:xfrm>
              <a:off x="4600832" y="3079769"/>
              <a:ext cx="2581669" cy="656589"/>
            </a:xfrm>
            <a:prstGeom prst="rect">
              <a:avLst/>
            </a:prstGeom>
            <a:noFill/>
            <a:ln>
              <a:noFill/>
            </a:ln>
          </p:spPr>
          <p:txBody>
            <a:bodyPr spcFirstLastPara="1" wrap="square" lIns="45700" tIns="22867" rIns="45700" bIns="22867" anchor="ctr" anchorCtr="0">
              <a:normAutofit/>
            </a:bodyPr>
            <a:lstStyle/>
            <a:p>
              <a:pPr algn="r">
                <a:lnSpc>
                  <a:spcPct val="90000"/>
                </a:lnSpc>
                <a:buClr>
                  <a:schemeClr val="dk1"/>
                </a:buClr>
                <a:buSzPts val="2100"/>
              </a:pPr>
              <a:r>
                <a:rPr lang="en-US" sz="1333" i="1" dirty="0">
                  <a:solidFill>
                    <a:schemeClr val="bg1"/>
                  </a:solidFill>
                  <a:ea typeface="Inter"/>
                  <a:cs typeface="Inter"/>
                  <a:sym typeface="Inter"/>
                </a:rPr>
                <a:t>Reports To:</a:t>
              </a:r>
              <a:endParaRPr sz="1333" dirty="0">
                <a:solidFill>
                  <a:schemeClr val="bg1"/>
                </a:solidFill>
                <a:ea typeface="Inter"/>
                <a:cs typeface="Inter"/>
                <a:sym typeface="Inter"/>
              </a:endParaRPr>
            </a:p>
          </p:txBody>
        </p:sp>
        <p:sp>
          <p:nvSpPr>
            <p:cNvPr id="1412" name="Google Shape;1412;p111"/>
            <p:cNvSpPr txBox="1"/>
            <p:nvPr/>
          </p:nvSpPr>
          <p:spPr>
            <a:xfrm>
              <a:off x="7371131" y="3079800"/>
              <a:ext cx="3721200" cy="656400"/>
            </a:xfrm>
            <a:prstGeom prst="rect">
              <a:avLst/>
            </a:prstGeom>
            <a:noFill/>
            <a:ln>
              <a:noFill/>
            </a:ln>
          </p:spPr>
          <p:txBody>
            <a:bodyPr spcFirstLastPara="1" wrap="square" lIns="45700" tIns="22867" rIns="45700" bIns="22867" anchor="ctr" anchorCtr="0">
              <a:noAutofit/>
            </a:bodyPr>
            <a:lstStyle/>
            <a:p>
              <a:pPr>
                <a:lnSpc>
                  <a:spcPct val="90000"/>
                </a:lnSpc>
                <a:buClr>
                  <a:schemeClr val="dk1"/>
                </a:buClr>
                <a:buSzPts val="2100"/>
              </a:pPr>
              <a:r>
                <a:rPr lang="en-US" sz="1333" i="1" dirty="0">
                  <a:solidFill>
                    <a:schemeClr val="bg1"/>
                  </a:solidFill>
                  <a:ea typeface="Inter"/>
                  <a:cs typeface="Inter"/>
                  <a:sym typeface="Inter"/>
                </a:rPr>
                <a:t>VP / Director of IT</a:t>
              </a:r>
              <a:endParaRPr sz="1333" dirty="0">
                <a:solidFill>
                  <a:schemeClr val="bg1"/>
                </a:solidFill>
                <a:ea typeface="Inter"/>
                <a:cs typeface="Inter"/>
                <a:sym typeface="Inter"/>
              </a:endParaRPr>
            </a:p>
          </p:txBody>
        </p:sp>
      </p:grpSp>
      <p:grpSp>
        <p:nvGrpSpPr>
          <p:cNvPr id="1413" name="Google Shape;1413;p111"/>
          <p:cNvGrpSpPr/>
          <p:nvPr/>
        </p:nvGrpSpPr>
        <p:grpSpPr>
          <a:xfrm>
            <a:off x="4836664" y="1539886"/>
            <a:ext cx="3685464" cy="328295"/>
            <a:chOff x="9787170" y="3079770"/>
            <a:chExt cx="7370443" cy="656589"/>
          </a:xfrm>
        </p:grpSpPr>
        <p:sp>
          <p:nvSpPr>
            <p:cNvPr id="1414" name="Google Shape;1414;p111"/>
            <p:cNvSpPr txBox="1"/>
            <p:nvPr/>
          </p:nvSpPr>
          <p:spPr>
            <a:xfrm>
              <a:off x="9787170" y="3079770"/>
              <a:ext cx="3280456" cy="656589"/>
            </a:xfrm>
            <a:prstGeom prst="rect">
              <a:avLst/>
            </a:prstGeom>
            <a:noFill/>
            <a:ln>
              <a:noFill/>
            </a:ln>
          </p:spPr>
          <p:txBody>
            <a:bodyPr spcFirstLastPara="1" wrap="square" lIns="45700" tIns="22867" rIns="45700" bIns="22867" anchor="ctr" anchorCtr="0">
              <a:normAutofit/>
            </a:bodyPr>
            <a:lstStyle/>
            <a:p>
              <a:pPr algn="r">
                <a:lnSpc>
                  <a:spcPct val="90000"/>
                </a:lnSpc>
                <a:buClr>
                  <a:schemeClr val="dk1"/>
                </a:buClr>
                <a:buSzPts val="2100"/>
              </a:pPr>
              <a:r>
                <a:rPr lang="en-US" sz="1333" i="1" dirty="0">
                  <a:solidFill>
                    <a:schemeClr val="bg1"/>
                  </a:solidFill>
                  <a:ea typeface="Inter"/>
                  <a:cs typeface="Inter"/>
                  <a:sym typeface="Inter"/>
                </a:rPr>
                <a:t>Market Segment:</a:t>
              </a:r>
              <a:endParaRPr sz="1333" dirty="0">
                <a:solidFill>
                  <a:schemeClr val="bg1"/>
                </a:solidFill>
                <a:ea typeface="Inter"/>
                <a:cs typeface="Inter"/>
                <a:sym typeface="Inter"/>
              </a:endParaRPr>
            </a:p>
          </p:txBody>
        </p:sp>
        <p:sp>
          <p:nvSpPr>
            <p:cNvPr id="1415" name="Google Shape;1415;p111"/>
            <p:cNvSpPr txBox="1"/>
            <p:nvPr/>
          </p:nvSpPr>
          <p:spPr>
            <a:xfrm>
              <a:off x="13508369" y="3079800"/>
              <a:ext cx="3649244" cy="656399"/>
            </a:xfrm>
            <a:prstGeom prst="rect">
              <a:avLst/>
            </a:prstGeom>
            <a:noFill/>
            <a:ln>
              <a:noFill/>
            </a:ln>
          </p:spPr>
          <p:txBody>
            <a:bodyPr spcFirstLastPara="1" wrap="square" lIns="45700" tIns="22867" rIns="45700" bIns="22867" anchor="ctr" anchorCtr="0">
              <a:noAutofit/>
            </a:bodyPr>
            <a:lstStyle/>
            <a:p>
              <a:pPr>
                <a:lnSpc>
                  <a:spcPct val="90000"/>
                </a:lnSpc>
                <a:buClr>
                  <a:schemeClr val="dk1"/>
                </a:buClr>
                <a:buSzPts val="2100"/>
              </a:pPr>
              <a:r>
                <a:rPr lang="en-US" sz="1333" i="1" dirty="0">
                  <a:solidFill>
                    <a:schemeClr val="bg1"/>
                  </a:solidFill>
                  <a:ea typeface="Inter"/>
                  <a:cs typeface="Inter"/>
                  <a:sym typeface="Inter"/>
                </a:rPr>
                <a:t>Enterprise / SMB</a:t>
              </a:r>
              <a:endParaRPr sz="1333" dirty="0">
                <a:solidFill>
                  <a:schemeClr val="bg1"/>
                </a:solidFill>
                <a:ea typeface="Inter"/>
                <a:cs typeface="Inter"/>
                <a:sym typeface="Inter"/>
              </a:endParaRPr>
            </a:p>
          </p:txBody>
        </p:sp>
      </p:grpSp>
      <p:grpSp>
        <p:nvGrpSpPr>
          <p:cNvPr id="1416" name="Google Shape;1416;p111"/>
          <p:cNvGrpSpPr/>
          <p:nvPr/>
        </p:nvGrpSpPr>
        <p:grpSpPr>
          <a:xfrm>
            <a:off x="8294464" y="1539885"/>
            <a:ext cx="3306251" cy="328295"/>
            <a:chOff x="16587839" y="3079769"/>
            <a:chExt cx="6612069" cy="656589"/>
          </a:xfrm>
        </p:grpSpPr>
        <p:sp>
          <p:nvSpPr>
            <p:cNvPr id="1417" name="Google Shape;1417;p111"/>
            <p:cNvSpPr txBox="1"/>
            <p:nvPr/>
          </p:nvSpPr>
          <p:spPr>
            <a:xfrm>
              <a:off x="16587839" y="3079769"/>
              <a:ext cx="2581669" cy="656589"/>
            </a:xfrm>
            <a:prstGeom prst="rect">
              <a:avLst/>
            </a:prstGeom>
            <a:noFill/>
            <a:ln>
              <a:noFill/>
            </a:ln>
          </p:spPr>
          <p:txBody>
            <a:bodyPr spcFirstLastPara="1" wrap="square" lIns="45700" tIns="22867" rIns="45700" bIns="22867" anchor="ctr" anchorCtr="0">
              <a:normAutofit/>
            </a:bodyPr>
            <a:lstStyle/>
            <a:p>
              <a:pPr algn="r">
                <a:lnSpc>
                  <a:spcPct val="90000"/>
                </a:lnSpc>
                <a:buClr>
                  <a:schemeClr val="dk1"/>
                </a:buClr>
                <a:buSzPts val="2100"/>
              </a:pPr>
              <a:r>
                <a:rPr lang="en-US" sz="1333" i="1">
                  <a:solidFill>
                    <a:schemeClr val="bg1"/>
                  </a:solidFill>
                  <a:ea typeface="Inter"/>
                  <a:cs typeface="Inter"/>
                  <a:sym typeface="Inter"/>
                </a:rPr>
                <a:t>Role:</a:t>
              </a:r>
              <a:endParaRPr sz="1333">
                <a:solidFill>
                  <a:schemeClr val="bg1"/>
                </a:solidFill>
                <a:ea typeface="Inter"/>
                <a:cs typeface="Inter"/>
                <a:sym typeface="Inter"/>
              </a:endParaRPr>
            </a:p>
          </p:txBody>
        </p:sp>
        <p:sp>
          <p:nvSpPr>
            <p:cNvPr id="1418" name="Google Shape;1418;p111"/>
            <p:cNvSpPr txBox="1"/>
            <p:nvPr/>
          </p:nvSpPr>
          <p:spPr>
            <a:xfrm>
              <a:off x="19358108" y="3079769"/>
              <a:ext cx="3841800" cy="656589"/>
            </a:xfrm>
            <a:prstGeom prst="rect">
              <a:avLst/>
            </a:prstGeom>
            <a:noFill/>
            <a:ln>
              <a:noFill/>
            </a:ln>
          </p:spPr>
          <p:txBody>
            <a:bodyPr spcFirstLastPara="1" wrap="square" lIns="45700" tIns="22867" rIns="45700" bIns="22867" anchor="ctr" anchorCtr="0">
              <a:normAutofit/>
            </a:bodyPr>
            <a:lstStyle/>
            <a:p>
              <a:pPr>
                <a:lnSpc>
                  <a:spcPct val="90000"/>
                </a:lnSpc>
                <a:buClr>
                  <a:schemeClr val="dk1"/>
                </a:buClr>
                <a:buSzPts val="2100"/>
              </a:pPr>
              <a:r>
                <a:rPr lang="en-US" sz="1333" i="1" dirty="0">
                  <a:solidFill>
                    <a:schemeClr val="bg1"/>
                  </a:solidFill>
                  <a:ea typeface="Inter"/>
                  <a:cs typeface="Inter"/>
                  <a:sym typeface="Inter"/>
                </a:rPr>
                <a:t>Decision Influencer</a:t>
              </a:r>
              <a:endParaRPr sz="1333" dirty="0">
                <a:solidFill>
                  <a:schemeClr val="bg1"/>
                </a:solidFill>
                <a:ea typeface="Inter"/>
                <a:cs typeface="Inter"/>
                <a:sym typeface="Inter"/>
              </a:endParaRP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TextBox 50">
            <a:extLst>
              <a:ext uri="{FF2B5EF4-FFF2-40B4-BE49-F238E27FC236}">
                <a16:creationId xmlns:a16="http://schemas.microsoft.com/office/drawing/2014/main" id="{1F6EB923-840B-8E47-88B7-FA8440FF89C6}"/>
              </a:ext>
            </a:extLst>
          </p:cNvPr>
          <p:cNvSpPr txBox="1"/>
          <p:nvPr/>
        </p:nvSpPr>
        <p:spPr>
          <a:xfrm>
            <a:off x="-36178" y="0"/>
            <a:ext cx="4217268" cy="6857999"/>
          </a:xfrm>
          <a:prstGeom prst="rect">
            <a:avLst/>
          </a:prstGeom>
          <a:blipFill>
            <a:blip r:embed="rId2" cstate="email">
              <a:extLst>
                <a:ext uri="{28A0092B-C50C-407E-A947-70E740481C1C}">
                  <a14:useLocalDpi xmlns:a14="http://schemas.microsoft.com/office/drawing/2010/main"/>
                </a:ext>
                <a:ext uri="{837473B0-CC2E-450A-ABE3-18F120FF3D39}">
                  <a1611:picAttrSrcUrl xmlns:a1611="http://schemas.microsoft.com/office/drawing/2016/11/main" r:id="rId3"/>
                </a:ext>
              </a:extLst>
            </a:blip>
            <a:stretch>
              <a:fillRect/>
            </a:stretch>
          </a:blipFill>
        </p:spPr>
        <p:txBody>
          <a:bodyPr wrap="square" rtlCol="0">
            <a:spAutoFit/>
          </a:bodyPr>
          <a:lstStyle/>
          <a:p>
            <a:pPr defTabSz="1219170">
              <a:defRPr/>
            </a:pPr>
            <a:endParaRPr lang="en-US" sz="2400" dirty="0">
              <a:solidFill>
                <a:srgbClr val="666B6D"/>
              </a:solidFill>
              <a:latin typeface="Arial" panose="020B0604020202020204"/>
            </a:endParaRPr>
          </a:p>
        </p:txBody>
      </p:sp>
      <p:sp>
        <p:nvSpPr>
          <p:cNvPr id="48" name="Rectangle 47">
            <a:extLst>
              <a:ext uri="{FF2B5EF4-FFF2-40B4-BE49-F238E27FC236}">
                <a16:creationId xmlns:a16="http://schemas.microsoft.com/office/drawing/2014/main" id="{3A2E14A4-9780-7145-BF64-3A6B525FA312}"/>
              </a:ext>
            </a:extLst>
          </p:cNvPr>
          <p:cNvSpPr/>
          <p:nvPr/>
        </p:nvSpPr>
        <p:spPr bwMode="auto">
          <a:xfrm>
            <a:off x="-36179" y="2824682"/>
            <a:ext cx="4235765" cy="2679825"/>
          </a:xfrm>
          <a:prstGeom prst="rect">
            <a:avLst/>
          </a:prstGeom>
          <a:solidFill>
            <a:schemeClr val="bg1">
              <a:lumMod val="95000"/>
            </a:schemeClr>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8000" tIns="48000" rIns="48000" bIns="48000" numCol="1" rtlCol="0" anchor="t" anchorCtr="0" compatLnSpc="1">
            <a:prstTxWarp prst="textNoShape">
              <a:avLst/>
            </a:prstTxWarp>
          </a:bodyPr>
          <a:lstStyle/>
          <a:p>
            <a:pPr defTabSz="1219170" fontAlgn="base">
              <a:lnSpc>
                <a:spcPct val="90000"/>
              </a:lnSpc>
              <a:spcBef>
                <a:spcPct val="0"/>
              </a:spcBef>
              <a:spcAft>
                <a:spcPct val="0"/>
              </a:spcAft>
            </a:pPr>
            <a:endParaRPr lang="en-US" sz="1867" dirty="0">
              <a:solidFill>
                <a:srgbClr val="FFFFFF"/>
              </a:solidFill>
              <a:latin typeface="IBM Plex Sans" panose="020B0503050203000203" pitchFamily="34" charset="0"/>
            </a:endParaRPr>
          </a:p>
        </p:txBody>
      </p:sp>
      <p:sp>
        <p:nvSpPr>
          <p:cNvPr id="4" name="Title 3">
            <a:extLst>
              <a:ext uri="{FF2B5EF4-FFF2-40B4-BE49-F238E27FC236}">
                <a16:creationId xmlns:a16="http://schemas.microsoft.com/office/drawing/2014/main" id="{0A8204B7-F570-4908-BD4E-719F5CFBD6E4}"/>
              </a:ext>
            </a:extLst>
          </p:cNvPr>
          <p:cNvSpPr>
            <a:spLocks noGrp="1"/>
          </p:cNvSpPr>
          <p:nvPr>
            <p:ph type="title" idx="4294967295"/>
          </p:nvPr>
        </p:nvSpPr>
        <p:spPr>
          <a:xfrm>
            <a:off x="4406900" y="115888"/>
            <a:ext cx="7785100" cy="990600"/>
          </a:xfrm>
        </p:spPr>
        <p:txBody>
          <a:bodyPr/>
          <a:lstStyle/>
          <a:p>
            <a:r>
              <a:rPr lang="en-US" dirty="0"/>
              <a:t>HYBRID CLOUD PURCHASING JOURNEY</a:t>
            </a:r>
          </a:p>
        </p:txBody>
      </p:sp>
      <p:grpSp>
        <p:nvGrpSpPr>
          <p:cNvPr id="26" name="Group 25">
            <a:extLst>
              <a:ext uri="{FF2B5EF4-FFF2-40B4-BE49-F238E27FC236}">
                <a16:creationId xmlns:a16="http://schemas.microsoft.com/office/drawing/2014/main" id="{486FAD8C-A257-4171-ADB5-CAA9643C6C61}"/>
              </a:ext>
            </a:extLst>
          </p:cNvPr>
          <p:cNvGrpSpPr/>
          <p:nvPr/>
        </p:nvGrpSpPr>
        <p:grpSpPr>
          <a:xfrm>
            <a:off x="1066800" y="120925"/>
            <a:ext cx="2011680" cy="2012676"/>
            <a:chOff x="5807968" y="1340770"/>
            <a:chExt cx="2011680" cy="2012676"/>
          </a:xfrm>
        </p:grpSpPr>
        <p:sp>
          <p:nvSpPr>
            <p:cNvPr id="22" name="Oval 21">
              <a:extLst>
                <a:ext uri="{FF2B5EF4-FFF2-40B4-BE49-F238E27FC236}">
                  <a16:creationId xmlns:a16="http://schemas.microsoft.com/office/drawing/2014/main" id="{7B8F8E87-94DC-4D0F-88E4-2622D33239EF}"/>
                </a:ext>
              </a:extLst>
            </p:cNvPr>
            <p:cNvSpPr>
              <a:spLocks noChangeAspect="1"/>
            </p:cNvSpPr>
            <p:nvPr/>
          </p:nvSpPr>
          <p:spPr>
            <a:xfrm>
              <a:off x="5807968" y="1340770"/>
              <a:ext cx="2011680" cy="2012676"/>
            </a:xfrm>
            <a:prstGeom prst="ellipse">
              <a:avLst/>
            </a:prstGeom>
            <a:solidFill>
              <a:schemeClr val="bg1"/>
            </a:solidFill>
            <a:ln w="31750">
              <a:solidFill>
                <a:srgbClr val="676B6D"/>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defRPr/>
              </a:pPr>
              <a:endParaRPr lang="en-US" dirty="0">
                <a:solidFill>
                  <a:srgbClr val="FEFFFF"/>
                </a:solidFill>
                <a:latin typeface="Arial" panose="020B0604020202020204"/>
              </a:endParaRPr>
            </a:p>
          </p:txBody>
        </p:sp>
        <p:pic>
          <p:nvPicPr>
            <p:cNvPr id="24" name="Graphic 23" descr="Magnifying glass">
              <a:extLst>
                <a:ext uri="{FF2B5EF4-FFF2-40B4-BE49-F238E27FC236}">
                  <a16:creationId xmlns:a16="http://schemas.microsoft.com/office/drawing/2014/main" id="{4722BADB-6AAC-40E0-AE88-7E725099CC0D}"/>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6203811" y="1424895"/>
              <a:ext cx="1261203" cy="1261203"/>
            </a:xfrm>
            <a:prstGeom prst="rect">
              <a:avLst/>
            </a:prstGeom>
          </p:spPr>
        </p:pic>
        <p:sp>
          <p:nvSpPr>
            <p:cNvPr id="23" name="TextBox 22">
              <a:extLst>
                <a:ext uri="{FF2B5EF4-FFF2-40B4-BE49-F238E27FC236}">
                  <a16:creationId xmlns:a16="http://schemas.microsoft.com/office/drawing/2014/main" id="{36FCC17B-5F6E-4C1F-9680-AC91A4F4CAE6}"/>
                </a:ext>
              </a:extLst>
            </p:cNvPr>
            <p:cNvSpPr txBox="1"/>
            <p:nvPr/>
          </p:nvSpPr>
          <p:spPr>
            <a:xfrm>
              <a:off x="5877703" y="2527114"/>
              <a:ext cx="1872208" cy="307777"/>
            </a:xfrm>
            <a:prstGeom prst="rect">
              <a:avLst/>
            </a:prstGeom>
            <a:noFill/>
          </p:spPr>
          <p:txBody>
            <a:bodyPr wrap="square" rtlCol="0">
              <a:spAutoFit/>
            </a:bodyPr>
            <a:lstStyle/>
            <a:p>
              <a:pPr algn="ctr" defTabSz="914377">
                <a:defRPr/>
              </a:pPr>
              <a:r>
                <a:rPr lang="en-US" sz="1400" b="1" dirty="0">
                  <a:solidFill>
                    <a:srgbClr val="666B6D"/>
                  </a:solidFill>
                  <a:latin typeface="Helvetica Neue LT Std 55 Roman" panose="020B0604020202020204"/>
                  <a:cs typeface="Arial" panose="020B0604020202020204" pitchFamily="34" charset="0"/>
                </a:rPr>
                <a:t>IT ARCHITECTS</a:t>
              </a:r>
            </a:p>
          </p:txBody>
        </p:sp>
      </p:grpSp>
      <p:sp>
        <p:nvSpPr>
          <p:cNvPr id="127" name="Title 3">
            <a:extLst>
              <a:ext uri="{FF2B5EF4-FFF2-40B4-BE49-F238E27FC236}">
                <a16:creationId xmlns:a16="http://schemas.microsoft.com/office/drawing/2014/main" id="{2564D051-9728-4A21-8224-753C851CC158}"/>
              </a:ext>
            </a:extLst>
          </p:cNvPr>
          <p:cNvSpPr txBox="1">
            <a:spLocks/>
          </p:cNvSpPr>
          <p:nvPr/>
        </p:nvSpPr>
        <p:spPr>
          <a:xfrm>
            <a:off x="594360" y="3296095"/>
            <a:ext cx="3729656" cy="769495"/>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kumimoji="0" lang="en-US" sz="3600" b="0" i="0" u="none" strike="noStrike" kern="1200" cap="none" spc="0" normalizeH="0" baseline="0" dirty="0">
                <a:ln>
                  <a:noFill/>
                </a:ln>
                <a:solidFill>
                  <a:srgbClr val="54595B"/>
                </a:solidFill>
                <a:effectLst/>
                <a:uLnTx/>
                <a:uFillTx/>
                <a:latin typeface="Georgia" panose="02040502050405020303" pitchFamily="18" charset="0"/>
                <a:ea typeface="+mn-ea"/>
                <a:cs typeface="+mn-cs"/>
              </a:defRPr>
            </a:lvl1pPr>
          </a:lstStyle>
          <a:p>
            <a:pPr marL="228594" indent="-228594" defTabSz="1219170">
              <a:lnSpc>
                <a:spcPct val="100000"/>
              </a:lnSpc>
              <a:buFont typeface="+mj-lt"/>
              <a:buAutoNum type="arabicPeriod"/>
              <a:defRPr/>
            </a:pPr>
            <a:r>
              <a:rPr lang="en-US" sz="1051" dirty="0">
                <a:latin typeface="IBM Plex Sans Regular"/>
                <a:cs typeface="Arial" panose="020B0604020202020204" pitchFamily="34" charset="0"/>
              </a:rPr>
              <a:t>High quality/reliable products – </a:t>
            </a:r>
            <a:r>
              <a:rPr lang="en-US" sz="1051" b="1" dirty="0">
                <a:solidFill>
                  <a:srgbClr val="22BCB4"/>
                </a:solidFill>
                <a:latin typeface="IBM Plex Sans Regular"/>
                <a:cs typeface="Arial" panose="020B0604020202020204" pitchFamily="34" charset="0"/>
              </a:rPr>
              <a:t>33%</a:t>
            </a:r>
          </a:p>
          <a:p>
            <a:pPr marL="228594" indent="-228594" defTabSz="1219170">
              <a:lnSpc>
                <a:spcPct val="100000"/>
              </a:lnSpc>
              <a:buFont typeface="+mj-lt"/>
              <a:buAutoNum type="arabicPeriod"/>
              <a:defRPr/>
            </a:pPr>
            <a:r>
              <a:rPr lang="en-US" sz="1051" dirty="0">
                <a:latin typeface="IBM Plex Sans Regular"/>
              </a:rPr>
              <a:t>Easy/timely mgmt/monitoring – </a:t>
            </a:r>
            <a:r>
              <a:rPr lang="en-US" sz="1051" b="1" dirty="0">
                <a:solidFill>
                  <a:srgbClr val="22BCB4"/>
                </a:solidFill>
                <a:latin typeface="IBM Plex Sans Regular"/>
                <a:cs typeface="Arial" panose="020B0604020202020204" pitchFamily="34" charset="0"/>
              </a:rPr>
              <a:t>32%</a:t>
            </a:r>
          </a:p>
          <a:p>
            <a:pPr marL="228594" indent="-228594" defTabSz="1219170">
              <a:lnSpc>
                <a:spcPct val="100000"/>
              </a:lnSpc>
              <a:buFont typeface="+mj-lt"/>
              <a:buAutoNum type="arabicPeriod"/>
              <a:defRPr/>
            </a:pPr>
            <a:r>
              <a:rPr lang="en-US" sz="1051" dirty="0">
                <a:latin typeface="IBM Plex Sans Regular"/>
              </a:rPr>
              <a:t>Compatibility w/ legacy systems – </a:t>
            </a:r>
            <a:r>
              <a:rPr lang="en-US" sz="1051" b="1" dirty="0">
                <a:solidFill>
                  <a:srgbClr val="22BCB4"/>
                </a:solidFill>
                <a:latin typeface="IBM Plex Sans Regular"/>
                <a:cs typeface="Arial" panose="020B0604020202020204" pitchFamily="34" charset="0"/>
              </a:rPr>
              <a:t>31%</a:t>
            </a:r>
          </a:p>
          <a:p>
            <a:pPr marL="228594" indent="-228594" defTabSz="1219170">
              <a:lnSpc>
                <a:spcPct val="100000"/>
              </a:lnSpc>
              <a:buFont typeface="+mj-lt"/>
              <a:buAutoNum type="arabicPeriod"/>
              <a:defRPr/>
            </a:pPr>
            <a:endParaRPr lang="en-US" sz="1051" dirty="0">
              <a:latin typeface="IBM Plex Sans Regular"/>
            </a:endParaRPr>
          </a:p>
          <a:p>
            <a:pPr marL="228594" indent="-228594" defTabSz="1219170">
              <a:lnSpc>
                <a:spcPct val="100000"/>
              </a:lnSpc>
              <a:buFont typeface="+mj-lt"/>
              <a:buAutoNum type="arabicPeriod"/>
              <a:defRPr/>
            </a:pPr>
            <a:endParaRPr lang="en-US" sz="1051" b="1" dirty="0">
              <a:solidFill>
                <a:srgbClr val="243877"/>
              </a:solidFill>
              <a:latin typeface="IBM Plex Sans Regular"/>
              <a:cs typeface="Arial" panose="020B0604020202020204" pitchFamily="34" charset="0"/>
            </a:endParaRPr>
          </a:p>
        </p:txBody>
      </p:sp>
      <p:sp>
        <p:nvSpPr>
          <p:cNvPr id="128" name="Title 3">
            <a:extLst>
              <a:ext uri="{FF2B5EF4-FFF2-40B4-BE49-F238E27FC236}">
                <a16:creationId xmlns:a16="http://schemas.microsoft.com/office/drawing/2014/main" id="{6C36E1CC-AEEC-417C-BE37-174BED39BBD4}"/>
              </a:ext>
            </a:extLst>
          </p:cNvPr>
          <p:cNvSpPr txBox="1">
            <a:spLocks/>
          </p:cNvSpPr>
          <p:nvPr/>
        </p:nvSpPr>
        <p:spPr>
          <a:xfrm>
            <a:off x="594360" y="4739810"/>
            <a:ext cx="3790403" cy="657239"/>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kumimoji="0" lang="en-US" sz="3600" b="0" i="0" u="none" strike="noStrike" kern="1200" cap="none" spc="0" normalizeH="0" baseline="0" dirty="0">
                <a:ln>
                  <a:noFill/>
                </a:ln>
                <a:solidFill>
                  <a:srgbClr val="54595B"/>
                </a:solidFill>
                <a:effectLst/>
                <a:uLnTx/>
                <a:uFillTx/>
                <a:latin typeface="Georgia" panose="02040502050405020303" pitchFamily="18" charset="0"/>
                <a:ea typeface="+mn-ea"/>
                <a:cs typeface="+mn-cs"/>
              </a:defRPr>
            </a:lvl1pPr>
          </a:lstStyle>
          <a:p>
            <a:pPr marL="228594" indent="-228594" defTabSz="1219170">
              <a:lnSpc>
                <a:spcPct val="100000"/>
              </a:lnSpc>
              <a:buFont typeface="+mj-lt"/>
              <a:buAutoNum type="arabicPeriod"/>
              <a:defRPr/>
            </a:pPr>
            <a:r>
              <a:rPr lang="en-US" sz="1051" dirty="0">
                <a:latin typeface="IBM Plex Sans Regular"/>
                <a:cs typeface="Arial" panose="020B0604020202020204" pitchFamily="34" charset="0"/>
              </a:rPr>
              <a:t>Reduced IT workload – </a:t>
            </a:r>
            <a:r>
              <a:rPr lang="en-US" sz="1051" b="1" dirty="0">
                <a:solidFill>
                  <a:srgbClr val="22BCB4"/>
                </a:solidFill>
                <a:latin typeface="IBM Plex Sans Regular"/>
                <a:cs typeface="Arial" panose="020B0604020202020204" pitchFamily="34" charset="0"/>
              </a:rPr>
              <a:t>35%</a:t>
            </a:r>
          </a:p>
          <a:p>
            <a:pPr marL="228594" indent="-228594" defTabSz="1219170">
              <a:lnSpc>
                <a:spcPct val="100000"/>
              </a:lnSpc>
              <a:buFont typeface="+mj-lt"/>
              <a:buAutoNum type="arabicPeriod"/>
              <a:defRPr/>
            </a:pPr>
            <a:r>
              <a:rPr lang="en-US" sz="1051" dirty="0">
                <a:latin typeface="IBM Plex Sans Regular"/>
                <a:cs typeface="Arial" panose="020B0604020202020204" pitchFamily="34" charset="0"/>
              </a:rPr>
              <a:t>Ease of mgmt – </a:t>
            </a:r>
            <a:r>
              <a:rPr lang="en-US" sz="1051" b="1" dirty="0">
                <a:solidFill>
                  <a:srgbClr val="22BCB4"/>
                </a:solidFill>
                <a:latin typeface="IBM Plex Sans Regular"/>
                <a:cs typeface="Arial" panose="020B0604020202020204" pitchFamily="34" charset="0"/>
              </a:rPr>
              <a:t>32%</a:t>
            </a:r>
          </a:p>
          <a:p>
            <a:pPr marL="228594" indent="-228594" defTabSz="1219170">
              <a:lnSpc>
                <a:spcPct val="100000"/>
              </a:lnSpc>
              <a:buFont typeface="+mj-lt"/>
              <a:buAutoNum type="arabicPeriod"/>
              <a:defRPr/>
            </a:pPr>
            <a:r>
              <a:rPr lang="en-US" sz="1051" dirty="0">
                <a:latin typeface="IBM Plex Sans Regular"/>
                <a:cs typeface="Arial" panose="020B0604020202020204" pitchFamily="34" charset="0"/>
              </a:rPr>
              <a:t>Most efficient - </a:t>
            </a:r>
            <a:r>
              <a:rPr lang="en-US" sz="1051" b="1" dirty="0">
                <a:solidFill>
                  <a:srgbClr val="22BCB4"/>
                </a:solidFill>
                <a:latin typeface="IBM Plex Sans Regular"/>
                <a:cs typeface="Arial" panose="020B0604020202020204" pitchFamily="34" charset="0"/>
              </a:rPr>
              <a:t>30%</a:t>
            </a:r>
          </a:p>
        </p:txBody>
      </p:sp>
      <p:sp>
        <p:nvSpPr>
          <p:cNvPr id="69" name="Title 3">
            <a:extLst>
              <a:ext uri="{FF2B5EF4-FFF2-40B4-BE49-F238E27FC236}">
                <a16:creationId xmlns:a16="http://schemas.microsoft.com/office/drawing/2014/main" id="{EE5D9458-BF3E-40BE-BDA5-FDA156B76722}"/>
              </a:ext>
            </a:extLst>
          </p:cNvPr>
          <p:cNvSpPr txBox="1">
            <a:spLocks/>
          </p:cNvSpPr>
          <p:nvPr/>
        </p:nvSpPr>
        <p:spPr>
          <a:xfrm>
            <a:off x="9038975" y="2221993"/>
            <a:ext cx="2377440" cy="769495"/>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kumimoji="0" lang="en-US" sz="3600" b="0" i="0" u="none" strike="noStrike" kern="1200" cap="none" spc="0" normalizeH="0" baseline="0" dirty="0">
                <a:ln>
                  <a:noFill/>
                </a:ln>
                <a:solidFill>
                  <a:srgbClr val="54595B"/>
                </a:solidFill>
                <a:effectLst/>
                <a:uLnTx/>
                <a:uFillTx/>
                <a:latin typeface="Georgia" panose="02040502050405020303" pitchFamily="18" charset="0"/>
                <a:ea typeface="+mn-ea"/>
                <a:cs typeface="+mn-cs"/>
              </a:defRPr>
            </a:lvl1pPr>
          </a:lstStyle>
          <a:p>
            <a:pPr marL="228594" indent="-228594" defTabSz="1219170">
              <a:buFont typeface="+mj-lt"/>
              <a:buAutoNum type="arabicPeriod"/>
              <a:defRPr/>
            </a:pPr>
            <a:r>
              <a:rPr lang="en-US" sz="1051" dirty="0">
                <a:latin typeface="IBM Plex Sans Regular"/>
                <a:cs typeface="Arial" panose="020B0604020202020204" pitchFamily="34" charset="0"/>
              </a:rPr>
              <a:t>Reliability; Performance – </a:t>
            </a:r>
            <a:r>
              <a:rPr lang="en-US" sz="1051" b="1" dirty="0">
                <a:solidFill>
                  <a:srgbClr val="22BCB4"/>
                </a:solidFill>
                <a:latin typeface="IBM Plex Sans Regular"/>
                <a:cs typeface="Arial" panose="020B0604020202020204" pitchFamily="34" charset="0"/>
              </a:rPr>
              <a:t>53%</a:t>
            </a:r>
          </a:p>
          <a:p>
            <a:pPr marL="228594" indent="-228594" defTabSz="1219170">
              <a:buFont typeface="+mj-lt"/>
              <a:buAutoNum type="arabicPeriod"/>
              <a:defRPr/>
            </a:pPr>
            <a:r>
              <a:rPr lang="en-US" sz="1051" dirty="0">
                <a:latin typeface="IBM Plex Sans Regular"/>
                <a:cs typeface="Arial" panose="020B0604020202020204" pitchFamily="34" charset="0"/>
              </a:rPr>
              <a:t>Manageability – </a:t>
            </a:r>
            <a:r>
              <a:rPr lang="en-US" sz="1051" b="1" dirty="0">
                <a:solidFill>
                  <a:srgbClr val="22BCB4"/>
                </a:solidFill>
                <a:latin typeface="IBM Plex Sans Regular"/>
                <a:cs typeface="Arial" panose="020B0604020202020204" pitchFamily="34" charset="0"/>
              </a:rPr>
              <a:t>39%</a:t>
            </a:r>
          </a:p>
          <a:p>
            <a:pPr marL="228594" indent="-228594" defTabSz="1219170">
              <a:buFont typeface="+mj-lt"/>
              <a:buAutoNum type="arabicPeriod"/>
              <a:defRPr/>
            </a:pPr>
            <a:r>
              <a:rPr lang="en-US" sz="1051" dirty="0">
                <a:latin typeface="IBM Plex Sans Regular"/>
                <a:cs typeface="Arial" panose="020B0604020202020204" pitchFamily="34" charset="0"/>
              </a:rPr>
              <a:t>Security controls – </a:t>
            </a:r>
            <a:r>
              <a:rPr lang="en-US" sz="1051" b="1" dirty="0">
                <a:solidFill>
                  <a:srgbClr val="22BCB4"/>
                </a:solidFill>
                <a:latin typeface="IBM Plex Sans Regular"/>
                <a:cs typeface="Arial" panose="020B0604020202020204" pitchFamily="34" charset="0"/>
              </a:rPr>
              <a:t>38%</a:t>
            </a:r>
          </a:p>
        </p:txBody>
      </p:sp>
      <p:sp>
        <p:nvSpPr>
          <p:cNvPr id="71" name="Title 3">
            <a:extLst>
              <a:ext uri="{FF2B5EF4-FFF2-40B4-BE49-F238E27FC236}">
                <a16:creationId xmlns:a16="http://schemas.microsoft.com/office/drawing/2014/main" id="{8D774E85-C225-4C77-A149-09749367D043}"/>
              </a:ext>
            </a:extLst>
          </p:cNvPr>
          <p:cNvSpPr txBox="1">
            <a:spLocks/>
          </p:cNvSpPr>
          <p:nvPr/>
        </p:nvSpPr>
        <p:spPr>
          <a:xfrm>
            <a:off x="9038975" y="4114801"/>
            <a:ext cx="2377440" cy="769495"/>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kumimoji="0" lang="en-US" sz="3600" b="0" i="0" u="none" strike="noStrike" kern="1200" cap="none" spc="0" normalizeH="0" baseline="0" dirty="0">
                <a:ln>
                  <a:noFill/>
                </a:ln>
                <a:solidFill>
                  <a:srgbClr val="54595B"/>
                </a:solidFill>
                <a:effectLst/>
                <a:uLnTx/>
                <a:uFillTx/>
                <a:latin typeface="Georgia" panose="02040502050405020303" pitchFamily="18" charset="0"/>
                <a:ea typeface="+mn-ea"/>
                <a:cs typeface="+mn-cs"/>
              </a:defRPr>
            </a:lvl1pPr>
          </a:lstStyle>
          <a:p>
            <a:pPr marL="228594" indent="-228594" defTabSz="1219170">
              <a:buFontTx/>
              <a:buAutoNum type="arabicPeriod"/>
              <a:defRPr/>
            </a:pPr>
            <a:r>
              <a:rPr lang="en-US" sz="1051" dirty="0">
                <a:latin typeface="IBM Plex Sans Regular"/>
                <a:cs typeface="Arial" panose="020B0604020202020204" pitchFamily="34" charset="0"/>
              </a:rPr>
              <a:t>Interoperability – </a:t>
            </a:r>
            <a:r>
              <a:rPr lang="en-US" sz="1051" b="1" dirty="0">
                <a:solidFill>
                  <a:srgbClr val="22BCB4"/>
                </a:solidFill>
                <a:latin typeface="IBM Plex Sans Regular"/>
                <a:cs typeface="Arial" panose="020B0604020202020204" pitchFamily="34" charset="0"/>
              </a:rPr>
              <a:t>38%</a:t>
            </a:r>
          </a:p>
          <a:p>
            <a:pPr marL="228594" indent="-228594" defTabSz="1219170">
              <a:buFontTx/>
              <a:buAutoNum type="arabicPeriod"/>
              <a:defRPr/>
            </a:pPr>
            <a:r>
              <a:rPr lang="en-US" sz="1051" dirty="0">
                <a:latin typeface="IBM Plex Sans Regular"/>
                <a:cs typeface="Arial" panose="020B0604020202020204" pitchFamily="34" charset="0"/>
              </a:rPr>
              <a:t>Identifying best solution– </a:t>
            </a:r>
            <a:r>
              <a:rPr lang="en-US" sz="1051" b="1" dirty="0">
                <a:solidFill>
                  <a:srgbClr val="22BCB4"/>
                </a:solidFill>
                <a:latin typeface="IBM Plex Sans Regular"/>
                <a:cs typeface="Arial" panose="020B0604020202020204" pitchFamily="34" charset="0"/>
              </a:rPr>
              <a:t>37%</a:t>
            </a:r>
          </a:p>
          <a:p>
            <a:pPr marL="228594" indent="-228594" defTabSz="1219170">
              <a:buFontTx/>
              <a:buAutoNum type="arabicPeriod"/>
              <a:defRPr/>
            </a:pPr>
            <a:r>
              <a:rPr lang="en-US" sz="1051" dirty="0">
                <a:latin typeface="IBM Plex Sans Regular"/>
                <a:cs typeface="Arial" panose="020B0604020202020204" pitchFamily="34" charset="0"/>
              </a:rPr>
              <a:t>Finding cost/pricing  – </a:t>
            </a:r>
            <a:r>
              <a:rPr lang="en-US" sz="1051" b="1" dirty="0">
                <a:solidFill>
                  <a:srgbClr val="22BCB4"/>
                </a:solidFill>
                <a:latin typeface="IBM Plex Sans Regular"/>
                <a:cs typeface="Arial" panose="020B0604020202020204" pitchFamily="34" charset="0"/>
              </a:rPr>
              <a:t>33%</a:t>
            </a:r>
          </a:p>
        </p:txBody>
      </p:sp>
      <p:sp>
        <p:nvSpPr>
          <p:cNvPr id="72" name="Title 3">
            <a:extLst>
              <a:ext uri="{FF2B5EF4-FFF2-40B4-BE49-F238E27FC236}">
                <a16:creationId xmlns:a16="http://schemas.microsoft.com/office/drawing/2014/main" id="{0107484E-C937-42CE-85CF-CA4113308FEC}"/>
              </a:ext>
            </a:extLst>
          </p:cNvPr>
          <p:cNvSpPr txBox="1">
            <a:spLocks/>
          </p:cNvSpPr>
          <p:nvPr/>
        </p:nvSpPr>
        <p:spPr>
          <a:xfrm>
            <a:off x="5184648" y="4114801"/>
            <a:ext cx="2523744" cy="769495"/>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kumimoji="0" lang="en-US" sz="3600" b="0" i="0" u="none" strike="noStrike" kern="1200" cap="none" spc="0" normalizeH="0" baseline="0" dirty="0">
                <a:ln>
                  <a:noFill/>
                </a:ln>
                <a:solidFill>
                  <a:srgbClr val="54595B"/>
                </a:solidFill>
                <a:effectLst/>
                <a:uLnTx/>
                <a:uFillTx/>
                <a:latin typeface="Georgia" panose="02040502050405020303" pitchFamily="18" charset="0"/>
                <a:ea typeface="+mn-ea"/>
                <a:cs typeface="+mn-cs"/>
              </a:defRPr>
            </a:lvl1pPr>
          </a:lstStyle>
          <a:p>
            <a:pPr marL="228594" indent="-228594" defTabSz="1219170">
              <a:buFontTx/>
              <a:buAutoNum type="arabicPeriod"/>
              <a:defRPr/>
            </a:pPr>
            <a:r>
              <a:rPr lang="en-US" sz="1051" dirty="0">
                <a:latin typeface="IBM Plex Sans Regular"/>
                <a:cs typeface="Arial" panose="020B0604020202020204" pitchFamily="34" charset="0"/>
              </a:rPr>
              <a:t>Data-backed industry trends – </a:t>
            </a:r>
            <a:r>
              <a:rPr lang="en-US" sz="1051" b="1" dirty="0">
                <a:solidFill>
                  <a:srgbClr val="22BCB4"/>
                </a:solidFill>
                <a:latin typeface="IBM Plex Sans Regular"/>
                <a:cs typeface="Arial" panose="020B0604020202020204" pitchFamily="34" charset="0"/>
              </a:rPr>
              <a:t>44%</a:t>
            </a:r>
          </a:p>
          <a:p>
            <a:pPr marL="228594" indent="-228594" defTabSz="1219170">
              <a:buFontTx/>
              <a:buAutoNum type="arabicPeriod"/>
              <a:defRPr/>
            </a:pPr>
            <a:r>
              <a:rPr lang="en-US" sz="1051" dirty="0">
                <a:latin typeface="IBM Plex Sans Regular"/>
                <a:cs typeface="Arial" panose="020B0604020202020204" pitchFamily="34" charset="0"/>
              </a:rPr>
              <a:t>Mfr/vendor websites – </a:t>
            </a:r>
            <a:r>
              <a:rPr lang="en-US" sz="1051" b="1" dirty="0">
                <a:solidFill>
                  <a:srgbClr val="22BCB4"/>
                </a:solidFill>
                <a:latin typeface="IBM Plex Sans Regular"/>
                <a:cs typeface="Arial" panose="020B0604020202020204" pitchFamily="34" charset="0"/>
              </a:rPr>
              <a:t>36%</a:t>
            </a:r>
          </a:p>
          <a:p>
            <a:pPr marL="228594" indent="-228594" defTabSz="1219170">
              <a:buFontTx/>
              <a:buAutoNum type="arabicPeriod"/>
              <a:defRPr/>
            </a:pPr>
            <a:r>
              <a:rPr lang="en-US" sz="1051" dirty="0">
                <a:latin typeface="IBM Plex Sans Regular"/>
                <a:cs typeface="Arial" panose="020B0604020202020204" pitchFamily="34" charset="0"/>
              </a:rPr>
              <a:t>Consultants/industry experts; Internet search – </a:t>
            </a:r>
            <a:r>
              <a:rPr lang="en-US" sz="1051" b="1" dirty="0">
                <a:solidFill>
                  <a:srgbClr val="22BCB4"/>
                </a:solidFill>
                <a:latin typeface="IBM Plex Sans Regular"/>
                <a:cs typeface="Arial" panose="020B0604020202020204" pitchFamily="34" charset="0"/>
              </a:rPr>
              <a:t>30%</a:t>
            </a:r>
          </a:p>
        </p:txBody>
      </p:sp>
      <p:sp>
        <p:nvSpPr>
          <p:cNvPr id="73" name="Title 3">
            <a:extLst>
              <a:ext uri="{FF2B5EF4-FFF2-40B4-BE49-F238E27FC236}">
                <a16:creationId xmlns:a16="http://schemas.microsoft.com/office/drawing/2014/main" id="{7CC0AF3B-EA0B-4FAA-95DD-0AA9420C3276}"/>
              </a:ext>
            </a:extLst>
          </p:cNvPr>
          <p:cNvSpPr txBox="1">
            <a:spLocks/>
          </p:cNvSpPr>
          <p:nvPr/>
        </p:nvSpPr>
        <p:spPr>
          <a:xfrm>
            <a:off x="5184648" y="5989321"/>
            <a:ext cx="2927576" cy="769495"/>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kumimoji="0" lang="en-US" sz="3600" b="0" i="0" u="none" strike="noStrike" kern="1200" cap="none" spc="0" normalizeH="0" baseline="0" dirty="0">
                <a:ln>
                  <a:noFill/>
                </a:ln>
                <a:solidFill>
                  <a:srgbClr val="54595B"/>
                </a:solidFill>
                <a:effectLst/>
                <a:uLnTx/>
                <a:uFillTx/>
                <a:latin typeface="Georgia" panose="02040502050405020303" pitchFamily="18" charset="0"/>
                <a:ea typeface="+mn-ea"/>
                <a:cs typeface="+mn-cs"/>
              </a:defRPr>
            </a:lvl1pPr>
          </a:lstStyle>
          <a:p>
            <a:pPr marL="228594" indent="-228594" defTabSz="1219170">
              <a:buFontTx/>
              <a:buAutoNum type="arabicPeriod"/>
              <a:defRPr/>
            </a:pPr>
            <a:r>
              <a:rPr lang="en-US" sz="1051" dirty="0">
                <a:latin typeface="IBM Plex Sans Regular"/>
                <a:cs typeface="Arial" panose="020B0604020202020204" pitchFamily="34" charset="0"/>
              </a:rPr>
              <a:t>Tech specs; Performance data – </a:t>
            </a:r>
            <a:r>
              <a:rPr lang="en-US" sz="1051" b="1" dirty="0">
                <a:solidFill>
                  <a:srgbClr val="22BCB4"/>
                </a:solidFill>
                <a:latin typeface="IBM Plex Sans Regular"/>
                <a:cs typeface="Arial" panose="020B0604020202020204" pitchFamily="34" charset="0"/>
              </a:rPr>
              <a:t>39%</a:t>
            </a:r>
          </a:p>
          <a:p>
            <a:pPr marL="228594" indent="-228594" defTabSz="1219170">
              <a:buFontTx/>
              <a:buAutoNum type="arabicPeriod"/>
              <a:defRPr/>
            </a:pPr>
            <a:r>
              <a:rPr lang="en-US" sz="1051" dirty="0">
                <a:latin typeface="IBM Plex Sans Regular"/>
                <a:cs typeface="Arial" panose="020B0604020202020204" pitchFamily="34" charset="0"/>
              </a:rPr>
              <a:t>Compliance standards/requirements – </a:t>
            </a:r>
            <a:r>
              <a:rPr lang="en-US" sz="1051" b="1" dirty="0">
                <a:solidFill>
                  <a:srgbClr val="22BCB4"/>
                </a:solidFill>
                <a:latin typeface="IBM Plex Sans Regular"/>
                <a:cs typeface="Arial" panose="020B0604020202020204" pitchFamily="34" charset="0"/>
              </a:rPr>
              <a:t>29%</a:t>
            </a:r>
          </a:p>
          <a:p>
            <a:pPr marL="228594" indent="-228594" defTabSz="1219170">
              <a:buFontTx/>
              <a:buAutoNum type="arabicPeriod"/>
              <a:defRPr/>
            </a:pPr>
            <a:r>
              <a:rPr lang="en-US" sz="1051" dirty="0">
                <a:latin typeface="IBM Plex Sans Regular"/>
                <a:cs typeface="Arial" panose="020B0604020202020204" pitchFamily="34" charset="0"/>
              </a:rPr>
              <a:t>Technical/Architectural solution details;      Pricing/value – </a:t>
            </a:r>
            <a:r>
              <a:rPr lang="en-US" sz="1051" b="1" dirty="0">
                <a:solidFill>
                  <a:srgbClr val="22BCB4"/>
                </a:solidFill>
                <a:latin typeface="IBM Plex Sans Regular"/>
                <a:cs typeface="Arial" panose="020B0604020202020204" pitchFamily="34" charset="0"/>
              </a:rPr>
              <a:t>26%</a:t>
            </a:r>
          </a:p>
        </p:txBody>
      </p:sp>
      <p:sp>
        <p:nvSpPr>
          <p:cNvPr id="74" name="Title 3">
            <a:extLst>
              <a:ext uri="{FF2B5EF4-FFF2-40B4-BE49-F238E27FC236}">
                <a16:creationId xmlns:a16="http://schemas.microsoft.com/office/drawing/2014/main" id="{C5F6DB53-1F02-45EA-A461-886EF9887BE5}"/>
              </a:ext>
            </a:extLst>
          </p:cNvPr>
          <p:cNvSpPr txBox="1">
            <a:spLocks/>
          </p:cNvSpPr>
          <p:nvPr/>
        </p:nvSpPr>
        <p:spPr>
          <a:xfrm>
            <a:off x="5184648" y="2221993"/>
            <a:ext cx="2523744" cy="769495"/>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kumimoji="0" lang="en-US" sz="3600" b="0" i="0" u="none" strike="noStrike" kern="1200" cap="none" spc="0" normalizeH="0" baseline="0" dirty="0">
                <a:ln>
                  <a:noFill/>
                </a:ln>
                <a:solidFill>
                  <a:srgbClr val="54595B"/>
                </a:solidFill>
                <a:effectLst/>
                <a:uLnTx/>
                <a:uFillTx/>
                <a:latin typeface="Georgia" panose="02040502050405020303" pitchFamily="18" charset="0"/>
                <a:ea typeface="+mn-ea"/>
                <a:cs typeface="+mn-cs"/>
              </a:defRPr>
            </a:lvl1pPr>
          </a:lstStyle>
          <a:p>
            <a:pPr marL="228594" indent="-228594" defTabSz="1219170">
              <a:buFontTx/>
              <a:buAutoNum type="arabicPeriod"/>
              <a:defRPr/>
            </a:pPr>
            <a:r>
              <a:rPr lang="en-US" sz="1051" dirty="0">
                <a:latin typeface="IBM Plex Sans Regular"/>
                <a:cs typeface="Arial" panose="020B0604020202020204" pitchFamily="34" charset="0"/>
              </a:rPr>
              <a:t>Improved scalability &amp; flexibility - </a:t>
            </a:r>
            <a:r>
              <a:rPr lang="en-US" sz="1051" b="1" dirty="0">
                <a:solidFill>
                  <a:srgbClr val="22BCB4"/>
                </a:solidFill>
                <a:latin typeface="IBM Plex Sans Regular"/>
                <a:cs typeface="Arial" panose="020B0604020202020204" pitchFamily="34" charset="0"/>
              </a:rPr>
              <a:t>46%</a:t>
            </a:r>
          </a:p>
          <a:p>
            <a:pPr marL="228594" indent="-228594" defTabSz="1219170">
              <a:buFontTx/>
              <a:buAutoNum type="arabicPeriod"/>
              <a:defRPr/>
            </a:pPr>
            <a:r>
              <a:rPr lang="en-US" sz="1051" dirty="0">
                <a:latin typeface="IBM Plex Sans Regular"/>
                <a:cs typeface="Arial" panose="020B0604020202020204" pitchFamily="34" charset="0"/>
              </a:rPr>
              <a:t>Increased business agility – </a:t>
            </a:r>
            <a:r>
              <a:rPr lang="en-US" sz="1051" b="1" dirty="0">
                <a:solidFill>
                  <a:srgbClr val="22BCB4"/>
                </a:solidFill>
                <a:latin typeface="IBM Plex Sans Regular"/>
                <a:cs typeface="Arial" panose="020B0604020202020204" pitchFamily="34" charset="0"/>
              </a:rPr>
              <a:t>44%</a:t>
            </a:r>
          </a:p>
          <a:p>
            <a:pPr marL="228594" indent="-228594" defTabSz="1219170">
              <a:buFontTx/>
              <a:buAutoNum type="arabicPeriod"/>
              <a:defRPr/>
            </a:pPr>
            <a:r>
              <a:rPr lang="en-US" sz="1051" dirty="0">
                <a:latin typeface="IBM Plex Sans Regular"/>
                <a:cs typeface="Arial" panose="020B0604020202020204" pitchFamily="34" charset="0"/>
              </a:rPr>
              <a:t>Security/protection – </a:t>
            </a:r>
            <a:r>
              <a:rPr lang="en-US" sz="1051" b="1" dirty="0">
                <a:solidFill>
                  <a:srgbClr val="22BCB4"/>
                </a:solidFill>
                <a:latin typeface="IBM Plex Sans Regular"/>
                <a:cs typeface="Arial" panose="020B0604020202020204" pitchFamily="34" charset="0"/>
              </a:rPr>
              <a:t>40%</a:t>
            </a:r>
          </a:p>
        </p:txBody>
      </p:sp>
      <p:sp>
        <p:nvSpPr>
          <p:cNvPr id="75" name="Title 3">
            <a:extLst>
              <a:ext uri="{FF2B5EF4-FFF2-40B4-BE49-F238E27FC236}">
                <a16:creationId xmlns:a16="http://schemas.microsoft.com/office/drawing/2014/main" id="{0700C30F-FBD7-454D-89CF-6267483ED5B5}"/>
              </a:ext>
            </a:extLst>
          </p:cNvPr>
          <p:cNvSpPr txBox="1">
            <a:spLocks/>
          </p:cNvSpPr>
          <p:nvPr/>
        </p:nvSpPr>
        <p:spPr>
          <a:xfrm>
            <a:off x="9038975" y="5989321"/>
            <a:ext cx="2377440" cy="769495"/>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kumimoji="0" lang="en-US" sz="3600" b="0" i="0" u="none" strike="noStrike" kern="1200" cap="none" spc="0" normalizeH="0" baseline="0" dirty="0">
                <a:ln>
                  <a:noFill/>
                </a:ln>
                <a:solidFill>
                  <a:srgbClr val="54595B"/>
                </a:solidFill>
                <a:effectLst/>
                <a:uLnTx/>
                <a:uFillTx/>
                <a:latin typeface="Georgia" panose="02040502050405020303" pitchFamily="18" charset="0"/>
                <a:ea typeface="+mn-ea"/>
                <a:cs typeface="+mn-cs"/>
              </a:defRPr>
            </a:lvl1pPr>
          </a:lstStyle>
          <a:p>
            <a:pPr marL="228594" indent="-228594" defTabSz="1219170">
              <a:buFontTx/>
              <a:buAutoNum type="arabicPeriod"/>
              <a:defRPr/>
            </a:pPr>
            <a:r>
              <a:rPr lang="en-US" sz="1051" dirty="0">
                <a:latin typeface="IBM Plex Sans Regular"/>
                <a:cs typeface="Arial" panose="020B0604020202020204" pitchFamily="34" charset="0"/>
              </a:rPr>
              <a:t>Whitepapers – </a:t>
            </a:r>
            <a:r>
              <a:rPr lang="en-US" sz="1051" b="1" dirty="0">
                <a:solidFill>
                  <a:srgbClr val="22BCB4"/>
                </a:solidFill>
                <a:latin typeface="IBM Plex Sans Regular"/>
                <a:cs typeface="Arial" panose="020B0604020202020204" pitchFamily="34" charset="0"/>
              </a:rPr>
              <a:t>32%</a:t>
            </a:r>
          </a:p>
          <a:p>
            <a:pPr marL="228594" indent="-228594" defTabSz="1219170">
              <a:buFontTx/>
              <a:buAutoNum type="arabicPeriod"/>
              <a:defRPr/>
            </a:pPr>
            <a:r>
              <a:rPr lang="en-US" sz="1051" dirty="0">
                <a:latin typeface="IBM Plex Sans Regular"/>
                <a:cs typeface="Arial" panose="020B0604020202020204" pitchFamily="34" charset="0"/>
              </a:rPr>
              <a:t>Tech spec sheets – </a:t>
            </a:r>
            <a:r>
              <a:rPr lang="en-US" sz="1051" b="1" dirty="0">
                <a:solidFill>
                  <a:srgbClr val="22BCB4"/>
                </a:solidFill>
                <a:latin typeface="IBM Plex Sans Regular"/>
                <a:cs typeface="Arial" panose="020B0604020202020204" pitchFamily="34" charset="0"/>
              </a:rPr>
              <a:t>28%</a:t>
            </a:r>
          </a:p>
          <a:p>
            <a:pPr marL="228594" indent="-228594" defTabSz="1219170">
              <a:buFontTx/>
              <a:buAutoNum type="arabicPeriod"/>
              <a:defRPr/>
            </a:pPr>
            <a:r>
              <a:rPr lang="en-US" sz="1051" dirty="0">
                <a:latin typeface="IBM Plex Sans Regular"/>
                <a:cs typeface="Arial" panose="020B0604020202020204" pitchFamily="34" charset="0"/>
              </a:rPr>
              <a:t>Product reviews – </a:t>
            </a:r>
            <a:r>
              <a:rPr lang="en-US" sz="1051" b="1" dirty="0">
                <a:solidFill>
                  <a:srgbClr val="22BCB4"/>
                </a:solidFill>
                <a:latin typeface="IBM Plex Sans Regular"/>
                <a:cs typeface="Arial" panose="020B0604020202020204" pitchFamily="34" charset="0"/>
              </a:rPr>
              <a:t>27%</a:t>
            </a:r>
          </a:p>
        </p:txBody>
      </p:sp>
      <p:sp>
        <p:nvSpPr>
          <p:cNvPr id="101" name="Title 3">
            <a:extLst>
              <a:ext uri="{FF2B5EF4-FFF2-40B4-BE49-F238E27FC236}">
                <a16:creationId xmlns:a16="http://schemas.microsoft.com/office/drawing/2014/main" id="{C0D74BE2-EA60-4D13-818E-F1F664478F3E}"/>
              </a:ext>
            </a:extLst>
          </p:cNvPr>
          <p:cNvSpPr txBox="1">
            <a:spLocks/>
          </p:cNvSpPr>
          <p:nvPr/>
        </p:nvSpPr>
        <p:spPr>
          <a:xfrm>
            <a:off x="701901" y="2997875"/>
            <a:ext cx="3248023" cy="270520"/>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kumimoji="0" lang="en-US" sz="3600" b="0" i="0" u="none" strike="noStrike" kern="1200" cap="none" spc="0" normalizeH="0" baseline="0" dirty="0">
                <a:ln>
                  <a:noFill/>
                </a:ln>
                <a:solidFill>
                  <a:srgbClr val="54595B"/>
                </a:solidFill>
                <a:effectLst/>
                <a:uLnTx/>
                <a:uFillTx/>
                <a:latin typeface="Georgia" panose="02040502050405020303" pitchFamily="18" charset="0"/>
                <a:ea typeface="+mn-ea"/>
                <a:cs typeface="+mn-cs"/>
              </a:defRPr>
            </a:lvl1pPr>
          </a:lstStyle>
          <a:p>
            <a:pPr defTabSz="914377">
              <a:defRPr/>
            </a:pPr>
            <a:r>
              <a:rPr lang="en-US" sz="1400" b="1" dirty="0">
                <a:latin typeface="IBM Plex Sans Regular"/>
                <a:cs typeface="Arial" panose="020B0604020202020204" pitchFamily="34" charset="0"/>
              </a:rPr>
              <a:t>REASONS TO UTILIZE ON-PREM</a:t>
            </a:r>
          </a:p>
        </p:txBody>
      </p:sp>
      <p:sp>
        <p:nvSpPr>
          <p:cNvPr id="102" name="Title 3">
            <a:extLst>
              <a:ext uri="{FF2B5EF4-FFF2-40B4-BE49-F238E27FC236}">
                <a16:creationId xmlns:a16="http://schemas.microsoft.com/office/drawing/2014/main" id="{8E59B94A-C6B8-4ADE-8D69-AD806DF48513}"/>
              </a:ext>
            </a:extLst>
          </p:cNvPr>
          <p:cNvSpPr txBox="1">
            <a:spLocks/>
          </p:cNvSpPr>
          <p:nvPr/>
        </p:nvSpPr>
        <p:spPr>
          <a:xfrm>
            <a:off x="657349" y="4448215"/>
            <a:ext cx="3337127" cy="270520"/>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kumimoji="0" lang="en-US" sz="3600" b="0" i="0" u="none" strike="noStrike" kern="1200" cap="none" spc="0" normalizeH="0" baseline="0" dirty="0">
                <a:ln>
                  <a:noFill/>
                </a:ln>
                <a:solidFill>
                  <a:srgbClr val="54595B"/>
                </a:solidFill>
                <a:effectLst/>
                <a:uLnTx/>
                <a:uFillTx/>
                <a:latin typeface="Georgia" panose="02040502050405020303" pitchFamily="18" charset="0"/>
                <a:ea typeface="+mn-ea"/>
                <a:cs typeface="+mn-cs"/>
              </a:defRPr>
            </a:lvl1pPr>
          </a:lstStyle>
          <a:p>
            <a:pPr defTabSz="914377">
              <a:defRPr/>
            </a:pPr>
            <a:r>
              <a:rPr lang="en-US" sz="1400" b="1" dirty="0">
                <a:latin typeface="IBM Plex Sans Regular"/>
                <a:cs typeface="Arial" panose="020B0604020202020204" pitchFamily="34" charset="0"/>
              </a:rPr>
              <a:t>REASONS TO UTILIZE HYBRID CLOUD</a:t>
            </a:r>
          </a:p>
        </p:txBody>
      </p:sp>
      <p:cxnSp>
        <p:nvCxnSpPr>
          <p:cNvPr id="103" name="Connector: Elbow 102">
            <a:extLst>
              <a:ext uri="{FF2B5EF4-FFF2-40B4-BE49-F238E27FC236}">
                <a16:creationId xmlns:a16="http://schemas.microsoft.com/office/drawing/2014/main" id="{AB55889A-333A-4E07-8E0E-2FB62F90E5C6}"/>
              </a:ext>
            </a:extLst>
          </p:cNvPr>
          <p:cNvCxnSpPr>
            <a:cxnSpLocks/>
          </p:cNvCxnSpPr>
          <p:nvPr/>
        </p:nvCxnSpPr>
        <p:spPr>
          <a:xfrm>
            <a:off x="4758433" y="1853521"/>
            <a:ext cx="3353793" cy="1872208"/>
          </a:xfrm>
          <a:prstGeom prst="bentConnector3">
            <a:avLst>
              <a:gd name="adj1" fmla="val 199576"/>
            </a:avLst>
          </a:prstGeom>
          <a:ln w="76200">
            <a:solidFill>
              <a:srgbClr val="676B6D"/>
            </a:solidFill>
          </a:ln>
        </p:spPr>
        <p:style>
          <a:lnRef idx="1">
            <a:schemeClr val="accent1"/>
          </a:lnRef>
          <a:fillRef idx="0">
            <a:schemeClr val="accent1"/>
          </a:fillRef>
          <a:effectRef idx="0">
            <a:schemeClr val="accent1"/>
          </a:effectRef>
          <a:fontRef idx="minor">
            <a:schemeClr val="tx1"/>
          </a:fontRef>
        </p:style>
      </p:cxnSp>
      <p:cxnSp>
        <p:nvCxnSpPr>
          <p:cNvPr id="104" name="Connector: Elbow 103">
            <a:extLst>
              <a:ext uri="{FF2B5EF4-FFF2-40B4-BE49-F238E27FC236}">
                <a16:creationId xmlns:a16="http://schemas.microsoft.com/office/drawing/2014/main" id="{DD47D0C5-1C2E-4FCF-9BB0-857E11AE99EE}"/>
              </a:ext>
            </a:extLst>
          </p:cNvPr>
          <p:cNvCxnSpPr>
            <a:cxnSpLocks/>
          </p:cNvCxnSpPr>
          <p:nvPr/>
        </p:nvCxnSpPr>
        <p:spPr>
          <a:xfrm rot="10800000">
            <a:off x="8228609" y="3724623"/>
            <a:ext cx="3353793" cy="1872208"/>
          </a:xfrm>
          <a:prstGeom prst="bentConnector3">
            <a:avLst>
              <a:gd name="adj1" fmla="val 201470"/>
            </a:avLst>
          </a:prstGeom>
          <a:ln w="76200">
            <a:solidFill>
              <a:srgbClr val="676B6D"/>
            </a:solidFill>
          </a:ln>
        </p:spPr>
        <p:style>
          <a:lnRef idx="1">
            <a:schemeClr val="accent1"/>
          </a:lnRef>
          <a:fillRef idx="0">
            <a:schemeClr val="accent1"/>
          </a:fillRef>
          <a:effectRef idx="0">
            <a:schemeClr val="accent1"/>
          </a:effectRef>
          <a:fontRef idx="minor">
            <a:schemeClr val="tx1"/>
          </a:fontRef>
        </p:style>
      </p:cxnSp>
      <p:grpSp>
        <p:nvGrpSpPr>
          <p:cNvPr id="105" name="Group 104">
            <a:extLst>
              <a:ext uri="{FF2B5EF4-FFF2-40B4-BE49-F238E27FC236}">
                <a16:creationId xmlns:a16="http://schemas.microsoft.com/office/drawing/2014/main" id="{E789051F-AC65-4800-B461-502C0464FA24}"/>
              </a:ext>
            </a:extLst>
          </p:cNvPr>
          <p:cNvGrpSpPr/>
          <p:nvPr/>
        </p:nvGrpSpPr>
        <p:grpSpPr>
          <a:xfrm>
            <a:off x="4783318" y="1276351"/>
            <a:ext cx="334047" cy="602815"/>
            <a:chOff x="4753842" y="980728"/>
            <a:chExt cx="334046" cy="602815"/>
          </a:xfrm>
        </p:grpSpPr>
        <p:cxnSp>
          <p:nvCxnSpPr>
            <p:cNvPr id="106" name="Straight Connector 105">
              <a:extLst>
                <a:ext uri="{FF2B5EF4-FFF2-40B4-BE49-F238E27FC236}">
                  <a16:creationId xmlns:a16="http://schemas.microsoft.com/office/drawing/2014/main" id="{69F82B58-ADA4-4690-9ACC-FF7D8D53AE08}"/>
                </a:ext>
              </a:extLst>
            </p:cNvPr>
            <p:cNvCxnSpPr>
              <a:cxnSpLocks/>
            </p:cNvCxnSpPr>
            <p:nvPr/>
          </p:nvCxnSpPr>
          <p:spPr>
            <a:xfrm flipV="1">
              <a:off x="4753842" y="1007479"/>
              <a:ext cx="0" cy="576064"/>
            </a:xfrm>
            <a:prstGeom prst="line">
              <a:avLst/>
            </a:prstGeom>
            <a:ln w="38100">
              <a:solidFill>
                <a:srgbClr val="676B6D"/>
              </a:solidFill>
            </a:ln>
          </p:spPr>
          <p:style>
            <a:lnRef idx="1">
              <a:schemeClr val="accent1"/>
            </a:lnRef>
            <a:fillRef idx="0">
              <a:schemeClr val="accent1"/>
            </a:fillRef>
            <a:effectRef idx="0">
              <a:schemeClr val="accent1"/>
            </a:effectRef>
            <a:fontRef idx="minor">
              <a:schemeClr val="tx1"/>
            </a:fontRef>
          </p:style>
        </p:cxnSp>
        <p:sp>
          <p:nvSpPr>
            <p:cNvPr id="107" name="Wave 106">
              <a:extLst>
                <a:ext uri="{FF2B5EF4-FFF2-40B4-BE49-F238E27FC236}">
                  <a16:creationId xmlns:a16="http://schemas.microsoft.com/office/drawing/2014/main" id="{6663735C-8E7C-46CC-9711-B2153F3CE820}"/>
                </a:ext>
              </a:extLst>
            </p:cNvPr>
            <p:cNvSpPr/>
            <p:nvPr/>
          </p:nvSpPr>
          <p:spPr>
            <a:xfrm>
              <a:off x="4758431" y="980728"/>
              <a:ext cx="329457" cy="306510"/>
            </a:xfrm>
            <a:prstGeom prst="wave">
              <a:avLst/>
            </a:prstGeom>
            <a:solidFill>
              <a:srgbClr val="22BC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defRPr/>
              </a:pPr>
              <a:endParaRPr lang="en-US" dirty="0">
                <a:solidFill>
                  <a:srgbClr val="FEFFFF"/>
                </a:solidFill>
                <a:latin typeface="Arial" panose="020B0604020202020204"/>
              </a:endParaRPr>
            </a:p>
          </p:txBody>
        </p:sp>
      </p:grpSp>
      <p:grpSp>
        <p:nvGrpSpPr>
          <p:cNvPr id="108" name="Group 107">
            <a:extLst>
              <a:ext uri="{FF2B5EF4-FFF2-40B4-BE49-F238E27FC236}">
                <a16:creationId xmlns:a16="http://schemas.microsoft.com/office/drawing/2014/main" id="{90236DDB-C137-4CF0-8B9A-E4C71DAAF9DF}"/>
              </a:ext>
            </a:extLst>
          </p:cNvPr>
          <p:cNvGrpSpPr/>
          <p:nvPr/>
        </p:nvGrpSpPr>
        <p:grpSpPr>
          <a:xfrm>
            <a:off x="11562679" y="5020767"/>
            <a:ext cx="334047" cy="602815"/>
            <a:chOff x="4753842" y="980728"/>
            <a:chExt cx="334046" cy="602815"/>
          </a:xfrm>
        </p:grpSpPr>
        <p:cxnSp>
          <p:nvCxnSpPr>
            <p:cNvPr id="109" name="Straight Connector 108">
              <a:extLst>
                <a:ext uri="{FF2B5EF4-FFF2-40B4-BE49-F238E27FC236}">
                  <a16:creationId xmlns:a16="http://schemas.microsoft.com/office/drawing/2014/main" id="{FF14DF00-90E0-4F57-A0A2-09F8754CE71D}"/>
                </a:ext>
              </a:extLst>
            </p:cNvPr>
            <p:cNvCxnSpPr>
              <a:cxnSpLocks/>
            </p:cNvCxnSpPr>
            <p:nvPr/>
          </p:nvCxnSpPr>
          <p:spPr>
            <a:xfrm flipV="1">
              <a:off x="4753842" y="1007479"/>
              <a:ext cx="0" cy="576064"/>
            </a:xfrm>
            <a:prstGeom prst="line">
              <a:avLst/>
            </a:prstGeom>
            <a:ln w="38100">
              <a:solidFill>
                <a:srgbClr val="676B6D"/>
              </a:solidFill>
            </a:ln>
          </p:spPr>
          <p:style>
            <a:lnRef idx="1">
              <a:schemeClr val="accent1"/>
            </a:lnRef>
            <a:fillRef idx="0">
              <a:schemeClr val="accent1"/>
            </a:fillRef>
            <a:effectRef idx="0">
              <a:schemeClr val="accent1"/>
            </a:effectRef>
            <a:fontRef idx="minor">
              <a:schemeClr val="tx1"/>
            </a:fontRef>
          </p:style>
        </p:cxnSp>
        <p:sp>
          <p:nvSpPr>
            <p:cNvPr id="110" name="Wave 109">
              <a:extLst>
                <a:ext uri="{FF2B5EF4-FFF2-40B4-BE49-F238E27FC236}">
                  <a16:creationId xmlns:a16="http://schemas.microsoft.com/office/drawing/2014/main" id="{B0704138-180C-4481-8531-A7AA9F91DA0B}"/>
                </a:ext>
              </a:extLst>
            </p:cNvPr>
            <p:cNvSpPr/>
            <p:nvPr/>
          </p:nvSpPr>
          <p:spPr>
            <a:xfrm>
              <a:off x="4758431" y="980728"/>
              <a:ext cx="329457" cy="306510"/>
            </a:xfrm>
            <a:prstGeom prst="wave">
              <a:avLst/>
            </a:prstGeom>
            <a:solidFill>
              <a:srgbClr val="22BC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defRPr/>
              </a:pPr>
              <a:endParaRPr lang="en-US" dirty="0">
                <a:solidFill>
                  <a:srgbClr val="FEFFFF"/>
                </a:solidFill>
                <a:latin typeface="IBM Plex Sans Regular"/>
              </a:endParaRPr>
            </a:p>
          </p:txBody>
        </p:sp>
      </p:grpSp>
      <p:pic>
        <p:nvPicPr>
          <p:cNvPr id="111" name="Picture 4" descr="Server">
            <a:extLst>
              <a:ext uri="{FF2B5EF4-FFF2-40B4-BE49-F238E27FC236}">
                <a16:creationId xmlns:a16="http://schemas.microsoft.com/office/drawing/2014/main" id="{A5F37590-CD74-4187-84FA-C6040E170CA6}"/>
              </a:ext>
            </a:extLst>
          </p:cNvPr>
          <p:cNvPicPr>
            <a:picLocks noChangeAspect="1" noChangeArrowheads="1"/>
          </p:cNvPicPr>
          <p:nvPr/>
        </p:nvPicPr>
        <p:blipFill>
          <a:blip>
            <a:extLst>
              <a:ext uri="{96DAC541-7B7A-43D3-8B79-37D633B846F1}">
                <asvg:svgBlip xmlns:asvg="http://schemas.microsoft.com/office/drawing/2016/SVG/main" r:embed="rId5"/>
              </a:ext>
            </a:extLst>
          </a:blip>
          <a:srcRect/>
          <a:stretch/>
        </p:blipFill>
        <p:spPr bwMode="auto">
          <a:xfrm>
            <a:off x="236608" y="2930256"/>
            <a:ext cx="346197" cy="346197"/>
          </a:xfrm>
          <a:prstGeom prst="rect">
            <a:avLst/>
          </a:prstGeom>
          <a:noFill/>
          <a:extLst>
            <a:ext uri="{909E8E84-426E-40DD-AFC4-6F175D3DCCD1}">
              <a14:hiddenFill xmlns:a14="http://schemas.microsoft.com/office/drawing/2010/main">
                <a:solidFill>
                  <a:srgbClr val="FFFFFF"/>
                </a:solidFill>
              </a14:hiddenFill>
            </a:ext>
          </a:extLst>
        </p:spPr>
      </p:pic>
      <p:pic>
        <p:nvPicPr>
          <p:cNvPr id="112" name="Graphic 111" descr="Upload">
            <a:extLst>
              <a:ext uri="{FF2B5EF4-FFF2-40B4-BE49-F238E27FC236}">
                <a16:creationId xmlns:a16="http://schemas.microsoft.com/office/drawing/2014/main" id="{324365C3-7F4F-4B3C-AAC9-BCD463AA8184}"/>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255719" y="4387495"/>
            <a:ext cx="331240" cy="331240"/>
          </a:xfrm>
          <a:prstGeom prst="rect">
            <a:avLst/>
          </a:prstGeom>
        </p:spPr>
      </p:pic>
      <p:sp>
        <p:nvSpPr>
          <p:cNvPr id="113" name="Oval 112">
            <a:extLst>
              <a:ext uri="{FF2B5EF4-FFF2-40B4-BE49-F238E27FC236}">
                <a16:creationId xmlns:a16="http://schemas.microsoft.com/office/drawing/2014/main" id="{BDB456E1-30BF-43A9-97D6-F1B09BB295BD}"/>
              </a:ext>
            </a:extLst>
          </p:cNvPr>
          <p:cNvSpPr>
            <a:spLocks noChangeAspect="1"/>
          </p:cNvSpPr>
          <p:nvPr/>
        </p:nvSpPr>
        <p:spPr>
          <a:xfrm>
            <a:off x="9625455" y="1525271"/>
            <a:ext cx="640080" cy="640399"/>
          </a:xfrm>
          <a:prstGeom prst="ellipse">
            <a:avLst/>
          </a:prstGeom>
          <a:solidFill>
            <a:schemeClr val="bg1"/>
          </a:solidFill>
          <a:ln w="31750">
            <a:solidFill>
              <a:srgbClr val="676B6D"/>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defRPr/>
            </a:pPr>
            <a:endParaRPr lang="en-US" dirty="0">
              <a:solidFill>
                <a:srgbClr val="FEFFFF"/>
              </a:solidFill>
              <a:latin typeface="IBM Plex Sans Regular"/>
            </a:endParaRPr>
          </a:p>
        </p:txBody>
      </p:sp>
      <p:sp>
        <p:nvSpPr>
          <p:cNvPr id="114" name="Oval 113">
            <a:extLst>
              <a:ext uri="{FF2B5EF4-FFF2-40B4-BE49-F238E27FC236}">
                <a16:creationId xmlns:a16="http://schemas.microsoft.com/office/drawing/2014/main" id="{60BD8C56-7C74-43A0-8FA5-56AAEB5FDE04}"/>
              </a:ext>
            </a:extLst>
          </p:cNvPr>
          <p:cNvSpPr>
            <a:spLocks noChangeAspect="1"/>
          </p:cNvSpPr>
          <p:nvPr/>
        </p:nvSpPr>
        <p:spPr>
          <a:xfrm>
            <a:off x="6115287" y="1525271"/>
            <a:ext cx="640080" cy="640399"/>
          </a:xfrm>
          <a:prstGeom prst="ellipse">
            <a:avLst/>
          </a:prstGeom>
          <a:solidFill>
            <a:schemeClr val="bg1"/>
          </a:solidFill>
          <a:ln w="31750">
            <a:solidFill>
              <a:srgbClr val="676B6D"/>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defRPr/>
            </a:pPr>
            <a:endParaRPr lang="en-US" dirty="0">
              <a:solidFill>
                <a:srgbClr val="FEFFFF"/>
              </a:solidFill>
              <a:latin typeface="IBM Plex Sans Regular"/>
            </a:endParaRPr>
          </a:p>
        </p:txBody>
      </p:sp>
      <p:sp>
        <p:nvSpPr>
          <p:cNvPr id="115" name="Oval 114">
            <a:extLst>
              <a:ext uri="{FF2B5EF4-FFF2-40B4-BE49-F238E27FC236}">
                <a16:creationId xmlns:a16="http://schemas.microsoft.com/office/drawing/2014/main" id="{677609E0-3C46-4EAD-8031-7959143D497F}"/>
              </a:ext>
            </a:extLst>
          </p:cNvPr>
          <p:cNvSpPr>
            <a:spLocks noChangeAspect="1"/>
          </p:cNvSpPr>
          <p:nvPr/>
        </p:nvSpPr>
        <p:spPr>
          <a:xfrm>
            <a:off x="6115287" y="3406678"/>
            <a:ext cx="640080" cy="640399"/>
          </a:xfrm>
          <a:prstGeom prst="ellipse">
            <a:avLst/>
          </a:prstGeom>
          <a:solidFill>
            <a:schemeClr val="bg1"/>
          </a:solidFill>
          <a:ln w="31750">
            <a:solidFill>
              <a:srgbClr val="676B6D"/>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defRPr/>
            </a:pPr>
            <a:endParaRPr lang="en-US" dirty="0">
              <a:solidFill>
                <a:srgbClr val="FEFFFF"/>
              </a:solidFill>
              <a:latin typeface="IBM Plex Sans Regular"/>
            </a:endParaRPr>
          </a:p>
        </p:txBody>
      </p:sp>
      <p:sp>
        <p:nvSpPr>
          <p:cNvPr id="116" name="Oval 115">
            <a:extLst>
              <a:ext uri="{FF2B5EF4-FFF2-40B4-BE49-F238E27FC236}">
                <a16:creationId xmlns:a16="http://schemas.microsoft.com/office/drawing/2014/main" id="{B97C2CB6-A026-43DE-84B8-4F5D43A07CEA}"/>
              </a:ext>
            </a:extLst>
          </p:cNvPr>
          <p:cNvSpPr>
            <a:spLocks noChangeAspect="1"/>
          </p:cNvSpPr>
          <p:nvPr/>
        </p:nvSpPr>
        <p:spPr>
          <a:xfrm>
            <a:off x="9625455" y="3406678"/>
            <a:ext cx="640080" cy="640399"/>
          </a:xfrm>
          <a:prstGeom prst="ellipse">
            <a:avLst/>
          </a:prstGeom>
          <a:solidFill>
            <a:schemeClr val="bg1"/>
          </a:solidFill>
          <a:ln w="31750">
            <a:solidFill>
              <a:srgbClr val="676B6D"/>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defRPr/>
            </a:pPr>
            <a:endParaRPr lang="en-US" dirty="0">
              <a:solidFill>
                <a:srgbClr val="FEFFFF"/>
              </a:solidFill>
              <a:latin typeface="IBM Plex Sans Regular"/>
            </a:endParaRPr>
          </a:p>
        </p:txBody>
      </p:sp>
      <p:sp>
        <p:nvSpPr>
          <p:cNvPr id="117" name="Oval 116">
            <a:extLst>
              <a:ext uri="{FF2B5EF4-FFF2-40B4-BE49-F238E27FC236}">
                <a16:creationId xmlns:a16="http://schemas.microsoft.com/office/drawing/2014/main" id="{EA094DEA-C199-4A6F-B853-59B0329E91B6}"/>
              </a:ext>
            </a:extLst>
          </p:cNvPr>
          <p:cNvSpPr>
            <a:spLocks noChangeAspect="1"/>
          </p:cNvSpPr>
          <p:nvPr/>
        </p:nvSpPr>
        <p:spPr>
          <a:xfrm>
            <a:off x="6115287" y="5272330"/>
            <a:ext cx="640080" cy="640399"/>
          </a:xfrm>
          <a:prstGeom prst="ellipse">
            <a:avLst/>
          </a:prstGeom>
          <a:solidFill>
            <a:schemeClr val="bg1"/>
          </a:solidFill>
          <a:ln w="31750">
            <a:solidFill>
              <a:srgbClr val="676B6D"/>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defRPr/>
            </a:pPr>
            <a:endParaRPr lang="en-US" dirty="0">
              <a:solidFill>
                <a:srgbClr val="FEFFFF"/>
              </a:solidFill>
              <a:latin typeface="IBM Plex Sans Regular"/>
            </a:endParaRPr>
          </a:p>
        </p:txBody>
      </p:sp>
      <p:sp>
        <p:nvSpPr>
          <p:cNvPr id="118" name="Oval 117">
            <a:extLst>
              <a:ext uri="{FF2B5EF4-FFF2-40B4-BE49-F238E27FC236}">
                <a16:creationId xmlns:a16="http://schemas.microsoft.com/office/drawing/2014/main" id="{7F724D65-69A8-44EA-99CA-D93FBCB0DD71}"/>
              </a:ext>
            </a:extLst>
          </p:cNvPr>
          <p:cNvSpPr>
            <a:spLocks noChangeAspect="1"/>
          </p:cNvSpPr>
          <p:nvPr/>
        </p:nvSpPr>
        <p:spPr>
          <a:xfrm>
            <a:off x="9625455" y="5272330"/>
            <a:ext cx="640080" cy="640399"/>
          </a:xfrm>
          <a:prstGeom prst="ellipse">
            <a:avLst/>
          </a:prstGeom>
          <a:solidFill>
            <a:schemeClr val="bg1"/>
          </a:solidFill>
          <a:ln w="31750">
            <a:solidFill>
              <a:srgbClr val="676B6D"/>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defRPr/>
            </a:pPr>
            <a:endParaRPr lang="en-US" dirty="0">
              <a:solidFill>
                <a:srgbClr val="FEFFFF"/>
              </a:solidFill>
              <a:latin typeface="IBM Plex Sans Regular"/>
            </a:endParaRPr>
          </a:p>
        </p:txBody>
      </p:sp>
      <p:sp>
        <p:nvSpPr>
          <p:cNvPr id="119" name="Title 3">
            <a:extLst>
              <a:ext uri="{FF2B5EF4-FFF2-40B4-BE49-F238E27FC236}">
                <a16:creationId xmlns:a16="http://schemas.microsoft.com/office/drawing/2014/main" id="{C7A066EE-3D6E-48C9-9170-555787A6AD89}"/>
              </a:ext>
            </a:extLst>
          </p:cNvPr>
          <p:cNvSpPr txBox="1">
            <a:spLocks/>
          </p:cNvSpPr>
          <p:nvPr/>
        </p:nvSpPr>
        <p:spPr>
          <a:xfrm>
            <a:off x="8711055" y="1206035"/>
            <a:ext cx="2468880" cy="270520"/>
          </a:xfrm>
          <a:prstGeom prst="rect">
            <a:avLst/>
          </a:prstGeom>
        </p:spPr>
        <p:txBody>
          <a:bodyPr vert="horz" lIns="0" tIns="0" rIns="0" bIns="0" rtlCol="0" anchor="b" anchorCtr="0">
            <a:noAutofit/>
          </a:bodyPr>
          <a:lstStyle>
            <a:lvl1pPr algn="l" defTabSz="914400" rtl="0" eaLnBrk="1" latinLnBrk="0" hangingPunct="1">
              <a:lnSpc>
                <a:spcPct val="90000"/>
              </a:lnSpc>
              <a:spcBef>
                <a:spcPct val="0"/>
              </a:spcBef>
              <a:buNone/>
              <a:defRPr kumimoji="0" lang="en-US" sz="3600" b="0" i="0" u="none" strike="noStrike" kern="1200" cap="none" spc="0" normalizeH="0" baseline="0" dirty="0">
                <a:ln>
                  <a:noFill/>
                </a:ln>
                <a:solidFill>
                  <a:srgbClr val="54595B"/>
                </a:solidFill>
                <a:effectLst/>
                <a:uLnTx/>
                <a:uFillTx/>
                <a:latin typeface="Georgia" panose="02040502050405020303" pitchFamily="18" charset="0"/>
                <a:ea typeface="+mn-ea"/>
                <a:cs typeface="+mn-cs"/>
              </a:defRPr>
            </a:lvl1pPr>
          </a:lstStyle>
          <a:p>
            <a:pPr algn="ctr" defTabSz="914377">
              <a:defRPr/>
            </a:pPr>
            <a:r>
              <a:rPr lang="en-US" sz="1400" b="1" dirty="0">
                <a:latin typeface="IBM Plex Sans Regular"/>
                <a:cs typeface="Arial" panose="020B0604020202020204" pitchFamily="34" charset="0"/>
              </a:rPr>
              <a:t>KEY HYBRID CLOUD CONSIDERATIONS</a:t>
            </a:r>
          </a:p>
        </p:txBody>
      </p:sp>
      <p:sp>
        <p:nvSpPr>
          <p:cNvPr id="121" name="Title 3">
            <a:extLst>
              <a:ext uri="{FF2B5EF4-FFF2-40B4-BE49-F238E27FC236}">
                <a16:creationId xmlns:a16="http://schemas.microsoft.com/office/drawing/2014/main" id="{328EE6EC-17D1-4F8E-A1E0-E4E3CA2CC2B0}"/>
              </a:ext>
            </a:extLst>
          </p:cNvPr>
          <p:cNvSpPr txBox="1">
            <a:spLocks/>
          </p:cNvSpPr>
          <p:nvPr/>
        </p:nvSpPr>
        <p:spPr>
          <a:xfrm>
            <a:off x="8711055" y="3118640"/>
            <a:ext cx="2468880" cy="270520"/>
          </a:xfrm>
          <a:prstGeom prst="rect">
            <a:avLst/>
          </a:prstGeom>
        </p:spPr>
        <p:txBody>
          <a:bodyPr vert="horz" lIns="0" tIns="0" rIns="0" bIns="0" rtlCol="0" anchor="b" anchorCtr="0">
            <a:noAutofit/>
          </a:bodyPr>
          <a:lstStyle>
            <a:lvl1pPr algn="l" defTabSz="914400" rtl="0" eaLnBrk="1" latinLnBrk="0" hangingPunct="1">
              <a:lnSpc>
                <a:spcPct val="90000"/>
              </a:lnSpc>
              <a:spcBef>
                <a:spcPct val="0"/>
              </a:spcBef>
              <a:buNone/>
              <a:defRPr kumimoji="0" lang="en-US" sz="3600" b="0" i="0" u="none" strike="noStrike" kern="1200" cap="none" spc="0" normalizeH="0" baseline="0" dirty="0">
                <a:ln>
                  <a:noFill/>
                </a:ln>
                <a:solidFill>
                  <a:srgbClr val="54595B"/>
                </a:solidFill>
                <a:effectLst/>
                <a:uLnTx/>
                <a:uFillTx/>
                <a:latin typeface="Georgia" panose="02040502050405020303" pitchFamily="18" charset="0"/>
                <a:ea typeface="+mn-ea"/>
                <a:cs typeface="+mn-cs"/>
              </a:defRPr>
            </a:lvl1pPr>
          </a:lstStyle>
          <a:p>
            <a:pPr algn="ctr" defTabSz="914377">
              <a:defRPr/>
            </a:pPr>
            <a:r>
              <a:rPr lang="en-US" sz="1400" b="1" dirty="0">
                <a:latin typeface="IBM Plex Sans Regular"/>
                <a:cs typeface="Arial" panose="020B0604020202020204" pitchFamily="34" charset="0"/>
              </a:rPr>
              <a:t>HYBRID CLOUD CHALLENGES</a:t>
            </a:r>
          </a:p>
        </p:txBody>
      </p:sp>
      <p:sp>
        <p:nvSpPr>
          <p:cNvPr id="122" name="Title 3">
            <a:extLst>
              <a:ext uri="{FF2B5EF4-FFF2-40B4-BE49-F238E27FC236}">
                <a16:creationId xmlns:a16="http://schemas.microsoft.com/office/drawing/2014/main" id="{F9CFD44A-E40E-4E88-943B-7915AF6B5D13}"/>
              </a:ext>
            </a:extLst>
          </p:cNvPr>
          <p:cNvSpPr txBox="1">
            <a:spLocks/>
          </p:cNvSpPr>
          <p:nvPr/>
        </p:nvSpPr>
        <p:spPr>
          <a:xfrm>
            <a:off x="5200887" y="3187220"/>
            <a:ext cx="2468880" cy="270520"/>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kumimoji="0" lang="en-US" sz="3600" b="0" i="0" u="none" strike="noStrike" kern="1200" cap="none" spc="0" normalizeH="0" baseline="0" dirty="0">
                <a:ln>
                  <a:noFill/>
                </a:ln>
                <a:solidFill>
                  <a:srgbClr val="54595B"/>
                </a:solidFill>
                <a:effectLst/>
                <a:uLnTx/>
                <a:uFillTx/>
                <a:latin typeface="Georgia" panose="02040502050405020303" pitchFamily="18" charset="0"/>
                <a:ea typeface="+mn-ea"/>
                <a:cs typeface="+mn-cs"/>
              </a:defRPr>
            </a:lvl1pPr>
          </a:lstStyle>
          <a:p>
            <a:pPr algn="ctr" defTabSz="914377">
              <a:defRPr/>
            </a:pPr>
            <a:r>
              <a:rPr lang="en-US" sz="1400" b="1" dirty="0">
                <a:latin typeface="IBM Plex Sans Regular"/>
                <a:cs typeface="Arial" panose="020B0604020202020204" pitchFamily="34" charset="0"/>
              </a:rPr>
              <a:t>TOP INFO RESOURCES</a:t>
            </a:r>
          </a:p>
        </p:txBody>
      </p:sp>
      <p:sp>
        <p:nvSpPr>
          <p:cNvPr id="123" name="Title 3">
            <a:extLst>
              <a:ext uri="{FF2B5EF4-FFF2-40B4-BE49-F238E27FC236}">
                <a16:creationId xmlns:a16="http://schemas.microsoft.com/office/drawing/2014/main" id="{083990A4-A36C-4E94-BBC5-FF6F6364EF1B}"/>
              </a:ext>
            </a:extLst>
          </p:cNvPr>
          <p:cNvSpPr txBox="1">
            <a:spLocks/>
          </p:cNvSpPr>
          <p:nvPr/>
        </p:nvSpPr>
        <p:spPr>
          <a:xfrm>
            <a:off x="5200887" y="5043203"/>
            <a:ext cx="2468880" cy="270520"/>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kumimoji="0" lang="en-US" sz="3600" b="0" i="0" u="none" strike="noStrike" kern="1200" cap="none" spc="0" normalizeH="0" baseline="0" dirty="0">
                <a:ln>
                  <a:noFill/>
                </a:ln>
                <a:solidFill>
                  <a:srgbClr val="54595B"/>
                </a:solidFill>
                <a:effectLst/>
                <a:uLnTx/>
                <a:uFillTx/>
                <a:latin typeface="Georgia" panose="02040502050405020303" pitchFamily="18" charset="0"/>
                <a:ea typeface="+mn-ea"/>
                <a:cs typeface="+mn-cs"/>
              </a:defRPr>
            </a:lvl1pPr>
          </a:lstStyle>
          <a:p>
            <a:pPr algn="ctr" defTabSz="914377">
              <a:defRPr/>
            </a:pPr>
            <a:r>
              <a:rPr lang="en-US" sz="1400" b="1" dirty="0">
                <a:latin typeface="IBM Plex Sans Regular"/>
                <a:cs typeface="Arial" panose="020B0604020202020204" pitchFamily="34" charset="0"/>
              </a:rPr>
              <a:t>MOST VALUABLE INFO</a:t>
            </a:r>
          </a:p>
        </p:txBody>
      </p:sp>
      <p:sp>
        <p:nvSpPr>
          <p:cNvPr id="124" name="Title 3">
            <a:extLst>
              <a:ext uri="{FF2B5EF4-FFF2-40B4-BE49-F238E27FC236}">
                <a16:creationId xmlns:a16="http://schemas.microsoft.com/office/drawing/2014/main" id="{DBEF7E42-0434-49B0-82AC-58F445C37218}"/>
              </a:ext>
            </a:extLst>
          </p:cNvPr>
          <p:cNvSpPr txBox="1">
            <a:spLocks/>
          </p:cNvSpPr>
          <p:nvPr/>
        </p:nvSpPr>
        <p:spPr>
          <a:xfrm>
            <a:off x="8711055" y="5043203"/>
            <a:ext cx="2468880" cy="270520"/>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kumimoji="0" lang="en-US" sz="3600" b="0" i="0" u="none" strike="noStrike" kern="1200" cap="none" spc="0" normalizeH="0" baseline="0" dirty="0">
                <a:ln>
                  <a:noFill/>
                </a:ln>
                <a:solidFill>
                  <a:srgbClr val="54595B"/>
                </a:solidFill>
                <a:effectLst/>
                <a:uLnTx/>
                <a:uFillTx/>
                <a:latin typeface="Georgia" panose="02040502050405020303" pitchFamily="18" charset="0"/>
                <a:ea typeface="+mn-ea"/>
                <a:cs typeface="+mn-cs"/>
              </a:defRPr>
            </a:lvl1pPr>
          </a:lstStyle>
          <a:p>
            <a:pPr algn="ctr" defTabSz="914377">
              <a:defRPr/>
            </a:pPr>
            <a:r>
              <a:rPr lang="en-US" sz="1400" b="1" dirty="0">
                <a:latin typeface="IBM Plex Sans Regular"/>
                <a:cs typeface="Arial" panose="020B0604020202020204" pitchFamily="34" charset="0"/>
              </a:rPr>
              <a:t>DESIRED ASSET TYPES</a:t>
            </a:r>
          </a:p>
        </p:txBody>
      </p:sp>
      <p:pic>
        <p:nvPicPr>
          <p:cNvPr id="125" name="Graphic 124" descr="Information">
            <a:extLst>
              <a:ext uri="{FF2B5EF4-FFF2-40B4-BE49-F238E27FC236}">
                <a16:creationId xmlns:a16="http://schemas.microsoft.com/office/drawing/2014/main" id="{AEA2D963-4851-4DB2-9D83-019DDEDDDBC9}"/>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6180162" y="5337362"/>
            <a:ext cx="529383" cy="529383"/>
          </a:xfrm>
          <a:prstGeom prst="rect">
            <a:avLst/>
          </a:prstGeom>
        </p:spPr>
      </p:pic>
      <p:pic>
        <p:nvPicPr>
          <p:cNvPr id="129" name="Graphic 128" descr="Puzzle">
            <a:extLst>
              <a:ext uri="{FF2B5EF4-FFF2-40B4-BE49-F238E27FC236}">
                <a16:creationId xmlns:a16="http://schemas.microsoft.com/office/drawing/2014/main" id="{1954FDB2-E44F-4094-98C1-903A3C6D02DC}"/>
              </a:ext>
            </a:extLst>
          </p:cNvPr>
          <p:cNvPicPr>
            <a:picLocks noChangeAspect="1"/>
          </p:cNvPicPr>
          <p:nvPr/>
        </p:nvPicPr>
        <p:blipFill>
          <a:blip>
            <a:extLst>
              <a:ext uri="{96DAC541-7B7A-43D3-8B79-37D633B846F1}">
                <asvg:svgBlip xmlns:asvg="http://schemas.microsoft.com/office/drawing/2016/SVG/main" r:embed="rId8"/>
              </a:ext>
            </a:extLst>
          </a:blip>
          <a:srcRect/>
          <a:stretch/>
        </p:blipFill>
        <p:spPr>
          <a:xfrm>
            <a:off x="9716895" y="3498275"/>
            <a:ext cx="457200" cy="457200"/>
          </a:xfrm>
          <a:prstGeom prst="rect">
            <a:avLst/>
          </a:prstGeom>
        </p:spPr>
      </p:pic>
      <p:pic>
        <p:nvPicPr>
          <p:cNvPr id="130" name="Graphic 129" descr="Browser window">
            <a:extLst>
              <a:ext uri="{FF2B5EF4-FFF2-40B4-BE49-F238E27FC236}">
                <a16:creationId xmlns:a16="http://schemas.microsoft.com/office/drawing/2014/main" id="{724EEE5B-9FCA-4275-B7DD-392446250416}"/>
              </a:ext>
            </a:extLst>
          </p:cNvPr>
          <p:cNvPicPr>
            <a:picLocks noChangeAspect="1"/>
          </p:cNvPicPr>
          <p:nvPr/>
        </p:nvPicPr>
        <p:blipFill>
          <a:blip>
            <a:extLst>
              <a:ext uri="{96DAC541-7B7A-43D3-8B79-37D633B846F1}">
                <asvg:svgBlip xmlns:asvg="http://schemas.microsoft.com/office/drawing/2016/SVG/main" r:embed="rId9"/>
              </a:ext>
            </a:extLst>
          </a:blip>
          <a:srcRect/>
          <a:stretch/>
        </p:blipFill>
        <p:spPr>
          <a:xfrm>
            <a:off x="6206727" y="3498275"/>
            <a:ext cx="457200" cy="457200"/>
          </a:xfrm>
          <a:prstGeom prst="rect">
            <a:avLst/>
          </a:prstGeom>
        </p:spPr>
      </p:pic>
      <p:pic>
        <p:nvPicPr>
          <p:cNvPr id="131" name="Graphic 130" descr="Checklist">
            <a:extLst>
              <a:ext uri="{FF2B5EF4-FFF2-40B4-BE49-F238E27FC236}">
                <a16:creationId xmlns:a16="http://schemas.microsoft.com/office/drawing/2014/main" id="{0B422729-A781-40D3-8045-E17B534F8979}"/>
              </a:ext>
            </a:extLst>
          </p:cNvPr>
          <p:cNvPicPr>
            <a:picLocks noChangeAspect="1"/>
          </p:cNvPicPr>
          <p:nvPr/>
        </p:nvPicPr>
        <p:blipFill>
          <a:blip>
            <a:extLst>
              <a:ext uri="{96DAC541-7B7A-43D3-8B79-37D633B846F1}">
                <asvg:svgBlip xmlns:asvg="http://schemas.microsoft.com/office/drawing/2016/SVG/main" r:embed="rId10"/>
              </a:ext>
            </a:extLst>
          </a:blip>
          <a:srcRect/>
          <a:stretch/>
        </p:blipFill>
        <p:spPr>
          <a:xfrm>
            <a:off x="9671175" y="5318207"/>
            <a:ext cx="548640" cy="548640"/>
          </a:xfrm>
          <a:prstGeom prst="rect">
            <a:avLst/>
          </a:prstGeom>
        </p:spPr>
      </p:pic>
      <p:pic>
        <p:nvPicPr>
          <p:cNvPr id="132" name="Picture 6" descr="Cloud, computer, connection, devices, internet, multiple, network icon">
            <a:extLst>
              <a:ext uri="{FF2B5EF4-FFF2-40B4-BE49-F238E27FC236}">
                <a16:creationId xmlns:a16="http://schemas.microsoft.com/office/drawing/2014/main" id="{786B6DC1-95D7-4CCB-86F3-2F9770320DDB}"/>
              </a:ext>
            </a:extLst>
          </p:cNvPr>
          <p:cNvPicPr>
            <a:picLocks noChangeAspect="1" noChangeArrowheads="1"/>
          </p:cNvPicPr>
          <p:nvPr/>
        </p:nvPicPr>
        <p:blipFill rotWithShape="1">
          <a:blip r:embed="rId11" cstate="email">
            <a:clrChange>
              <a:clrFrom>
                <a:srgbClr val="F3F3F3"/>
              </a:clrFrom>
              <a:clrTo>
                <a:srgbClr val="F3F3F3">
                  <a:alpha val="0"/>
                </a:srgbClr>
              </a:clrTo>
            </a:clrChange>
            <a:duotone>
              <a:schemeClr val="accent6">
                <a:shade val="45000"/>
                <a:satMod val="135000"/>
              </a:schemeClr>
              <a:prstClr val="white"/>
            </a:duotone>
            <a:extLst>
              <a:ext uri="{28A0092B-C50C-407E-A947-70E740481C1C}">
                <a14:useLocalDpi xmlns:a14="http://schemas.microsoft.com/office/drawing/2010/main"/>
              </a:ext>
            </a:extLst>
          </a:blip>
          <a:srcRect/>
          <a:stretch/>
        </p:blipFill>
        <p:spPr bwMode="auto">
          <a:xfrm>
            <a:off x="6234650" y="1662472"/>
            <a:ext cx="401356" cy="365995"/>
          </a:xfrm>
          <a:prstGeom prst="rect">
            <a:avLst/>
          </a:prstGeom>
          <a:noFill/>
          <a:extLst>
            <a:ext uri="{909E8E84-426E-40DD-AFC4-6F175D3DCCD1}">
              <a14:hiddenFill xmlns:a14="http://schemas.microsoft.com/office/drawing/2010/main">
                <a:solidFill>
                  <a:srgbClr val="FFFFFF"/>
                </a:solidFill>
              </a14:hiddenFill>
            </a:ext>
          </a:extLst>
        </p:spPr>
      </p:pic>
      <p:pic>
        <p:nvPicPr>
          <p:cNvPr id="133" name="Graphic 132" descr="Priorities">
            <a:extLst>
              <a:ext uri="{FF2B5EF4-FFF2-40B4-BE49-F238E27FC236}">
                <a16:creationId xmlns:a16="http://schemas.microsoft.com/office/drawing/2014/main" id="{04598571-6400-460C-9F19-4B9E19D7ADE9}"/>
              </a:ext>
            </a:extLst>
          </p:cNvPr>
          <p:cNvPicPr>
            <a:picLocks noChangeAspect="1"/>
          </p:cNvPicPr>
          <p:nvPr/>
        </p:nvPicPr>
        <p:blipFill>
          <a:blip>
            <a:extLst>
              <a:ext uri="{96DAC541-7B7A-43D3-8B79-37D633B846F1}">
                <asvg:svgBlip xmlns:asvg="http://schemas.microsoft.com/office/drawing/2016/SVG/main" r:embed="rId12"/>
              </a:ext>
            </a:extLst>
          </a:blip>
          <a:srcRect/>
          <a:stretch/>
        </p:blipFill>
        <p:spPr>
          <a:xfrm>
            <a:off x="9716895" y="1616869"/>
            <a:ext cx="457200" cy="457200"/>
          </a:xfrm>
          <a:prstGeom prst="rect">
            <a:avLst/>
          </a:prstGeom>
        </p:spPr>
      </p:pic>
      <p:sp>
        <p:nvSpPr>
          <p:cNvPr id="50" name="Title 3">
            <a:extLst>
              <a:ext uri="{FF2B5EF4-FFF2-40B4-BE49-F238E27FC236}">
                <a16:creationId xmlns:a16="http://schemas.microsoft.com/office/drawing/2014/main" id="{F4E1F854-A48B-0746-85E0-E0971B348513}"/>
              </a:ext>
            </a:extLst>
          </p:cNvPr>
          <p:cNvSpPr txBox="1">
            <a:spLocks/>
          </p:cNvSpPr>
          <p:nvPr/>
        </p:nvSpPr>
        <p:spPr>
          <a:xfrm>
            <a:off x="5302562" y="1157320"/>
            <a:ext cx="2239141" cy="319235"/>
          </a:xfrm>
          <a:prstGeom prst="rect">
            <a:avLst/>
          </a:prstGeom>
        </p:spPr>
        <p:txBody>
          <a:bodyPr vert="horz" lIns="0" tIns="0" rIns="0" bIns="0" rtlCol="0" anchor="b" anchorCtr="0">
            <a:noAutofit/>
          </a:bodyPr>
          <a:lstStyle>
            <a:lvl1pPr algn="l" defTabSz="914400" rtl="0" eaLnBrk="1" latinLnBrk="0" hangingPunct="1">
              <a:lnSpc>
                <a:spcPct val="90000"/>
              </a:lnSpc>
              <a:spcBef>
                <a:spcPct val="0"/>
              </a:spcBef>
              <a:buNone/>
              <a:defRPr kumimoji="0" lang="en-US" sz="3600" b="0" i="0" u="none" strike="noStrike" kern="1200" cap="none" spc="0" normalizeH="0" baseline="0" dirty="0">
                <a:ln>
                  <a:noFill/>
                </a:ln>
                <a:solidFill>
                  <a:srgbClr val="54595B"/>
                </a:solidFill>
                <a:effectLst/>
                <a:uLnTx/>
                <a:uFillTx/>
                <a:latin typeface="Georgia" panose="02040502050405020303" pitchFamily="18" charset="0"/>
                <a:ea typeface="+mn-ea"/>
                <a:cs typeface="+mn-cs"/>
              </a:defRPr>
            </a:lvl1pPr>
          </a:lstStyle>
          <a:p>
            <a:pPr algn="ctr" defTabSz="914377">
              <a:defRPr/>
            </a:pPr>
            <a:r>
              <a:rPr lang="en-US" sz="1400" b="1" dirty="0">
                <a:latin typeface="IBM Plex Sans Regular"/>
                <a:cs typeface="Arial" panose="020B0604020202020204" pitchFamily="34" charset="0"/>
              </a:rPr>
              <a:t>MOST APPEALING HYBRID CLOUD BENEFITS</a:t>
            </a:r>
          </a:p>
        </p:txBody>
      </p:sp>
    </p:spTree>
    <p:extLst>
      <p:ext uri="{BB962C8B-B14F-4D97-AF65-F5344CB8AC3E}">
        <p14:creationId xmlns:p14="http://schemas.microsoft.com/office/powerpoint/2010/main" val="37014681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E31C78A-4F38-6C43-AC81-91C8FF0CE655}"/>
              </a:ext>
            </a:extLst>
          </p:cNvPr>
          <p:cNvSpPr>
            <a:spLocks noGrp="1"/>
          </p:cNvSpPr>
          <p:nvPr>
            <p:ph type="title"/>
          </p:nvPr>
        </p:nvSpPr>
        <p:spPr/>
        <p:txBody>
          <a:bodyPr/>
          <a:lstStyle/>
          <a:p>
            <a:r>
              <a:rPr lang="en-US" sz="2800" b="1" dirty="0">
                <a:latin typeface="IBM Plex Sans SmBld" panose="020B0503050203000203" pitchFamily="34" charset="0"/>
              </a:rPr>
              <a:t>Marketing Journey</a:t>
            </a:r>
          </a:p>
        </p:txBody>
      </p:sp>
      <p:sp>
        <p:nvSpPr>
          <p:cNvPr id="7" name="Text Placeholder 6">
            <a:extLst>
              <a:ext uri="{FF2B5EF4-FFF2-40B4-BE49-F238E27FC236}">
                <a16:creationId xmlns:a16="http://schemas.microsoft.com/office/drawing/2014/main" id="{B31796CE-9A84-6F49-AE64-1A3DEE12A2A3}"/>
              </a:ext>
            </a:extLst>
          </p:cNvPr>
          <p:cNvSpPr>
            <a:spLocks noGrp="1"/>
          </p:cNvSpPr>
          <p:nvPr>
            <p:ph type="body" sz="quarter" idx="12"/>
          </p:nvPr>
        </p:nvSpPr>
        <p:spPr/>
        <p:txBody>
          <a:bodyPr/>
          <a:lstStyle/>
          <a:p>
            <a:pPr marL="0" indent="0">
              <a:buNone/>
            </a:pPr>
            <a:r>
              <a:rPr lang="en-US" b="1" dirty="0"/>
              <a:t>IT Architect</a:t>
            </a:r>
          </a:p>
          <a:p>
            <a:pPr marL="0" indent="0">
              <a:buNone/>
            </a:pPr>
            <a:r>
              <a:rPr lang="en-US" b="1" dirty="0"/>
              <a:t>Focus: </a:t>
            </a:r>
            <a:r>
              <a:rPr lang="en-US" i="1" dirty="0"/>
              <a:t>Cyber Resiliency</a:t>
            </a:r>
          </a:p>
          <a:p>
            <a:pPr marL="0" indent="0">
              <a:buNone/>
            </a:pPr>
            <a:r>
              <a:rPr lang="en-US" b="1" dirty="0"/>
              <a:t>Concentration: </a:t>
            </a:r>
            <a:r>
              <a:rPr lang="en-US" i="1" dirty="0"/>
              <a:t>IT Infrastructure (on/off prem)</a:t>
            </a:r>
          </a:p>
          <a:p>
            <a:pPr marL="0" indent="0">
              <a:buNone/>
            </a:pPr>
            <a:r>
              <a:rPr lang="en-US" b="1" dirty="0"/>
              <a:t>Circumstances: </a:t>
            </a:r>
            <a:r>
              <a:rPr lang="en-US" i="1" dirty="0"/>
              <a:t>Their awareness level of the product(s) and how their journey starts.</a:t>
            </a:r>
            <a:endParaRPr lang="en-US" b="1" dirty="0"/>
          </a:p>
        </p:txBody>
      </p:sp>
      <p:sp>
        <p:nvSpPr>
          <p:cNvPr id="8" name="Rectangle 7">
            <a:extLst>
              <a:ext uri="{FF2B5EF4-FFF2-40B4-BE49-F238E27FC236}">
                <a16:creationId xmlns:a16="http://schemas.microsoft.com/office/drawing/2014/main" id="{917D8B7A-3BA9-6247-A892-E80FD63A3399}"/>
              </a:ext>
            </a:extLst>
          </p:cNvPr>
          <p:cNvSpPr/>
          <p:nvPr/>
        </p:nvSpPr>
        <p:spPr>
          <a:xfrm>
            <a:off x="3886200" y="4648200"/>
            <a:ext cx="2514600" cy="2133600"/>
          </a:xfrm>
          <a:prstGeom prst="rect">
            <a:avLst/>
          </a:prstGeom>
          <a:solidFill>
            <a:schemeClr val="accent4">
              <a:lumMod val="20000"/>
              <a:lumOff val="80000"/>
            </a:schemeClr>
          </a:solidFill>
          <a:ln w="19050">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28600" tIns="228600" rIns="228600" bIns="228600" numCol="1" spcCol="0" rtlCol="0" fromWordArt="0" anchor="ctr" anchorCtr="0" forceAA="0" compatLnSpc="1">
            <a:prstTxWarp prst="textNoShape">
              <a:avLst/>
            </a:prstTxWarp>
            <a:noAutofit/>
          </a:bodyPr>
          <a:lstStyle/>
          <a:p>
            <a:pPr marL="122238" indent="-122238" algn="l">
              <a:spcAft>
                <a:spcPts val="600"/>
              </a:spcAft>
              <a:buFont typeface="Arial" panose="020B0604020202020204" pitchFamily="34" charset="0"/>
              <a:buChar char="•"/>
            </a:pPr>
            <a:r>
              <a:rPr lang="en-US" sz="1100" dirty="0">
                <a:solidFill>
                  <a:schemeClr val="tx1"/>
                </a:solidFill>
              </a:rPr>
              <a:t>Searching [they are looking for, what they want]</a:t>
            </a:r>
          </a:p>
          <a:p>
            <a:pPr marL="122238" indent="-122238" algn="l">
              <a:spcAft>
                <a:spcPts val="600"/>
              </a:spcAft>
              <a:buFont typeface="Arial" panose="020B0604020202020204" pitchFamily="34" charset="0"/>
              <a:buChar char="•"/>
            </a:pPr>
            <a:r>
              <a:rPr lang="en-US" sz="1100" dirty="0">
                <a:solidFill>
                  <a:schemeClr val="tx1"/>
                </a:solidFill>
              </a:rPr>
              <a:t>Want a [solution details]</a:t>
            </a:r>
          </a:p>
          <a:p>
            <a:pPr marL="122238" indent="-122238" algn="l">
              <a:spcAft>
                <a:spcPts val="600"/>
              </a:spcAft>
              <a:buFont typeface="Arial" panose="020B0604020202020204" pitchFamily="34" charset="0"/>
              <a:buChar char="•"/>
            </a:pPr>
            <a:r>
              <a:rPr lang="en-US" sz="1100" dirty="0">
                <a:solidFill>
                  <a:schemeClr val="tx1"/>
                </a:solidFill>
              </a:rPr>
              <a:t>Needs [what are their needs]</a:t>
            </a:r>
          </a:p>
          <a:p>
            <a:pPr marL="122238" indent="-122238" algn="l">
              <a:spcAft>
                <a:spcPts val="600"/>
              </a:spcAft>
              <a:buFont typeface="Arial" panose="020B0604020202020204" pitchFamily="34" charset="0"/>
              <a:buChar char="•"/>
            </a:pPr>
            <a:r>
              <a:rPr lang="en-US" sz="1100" dirty="0">
                <a:solidFill>
                  <a:schemeClr val="tx1"/>
                </a:solidFill>
              </a:rPr>
              <a:t>Know [what do they know, who are they looking at]</a:t>
            </a:r>
          </a:p>
        </p:txBody>
      </p:sp>
      <p:sp>
        <p:nvSpPr>
          <p:cNvPr id="10" name="Rectangle 9">
            <a:extLst>
              <a:ext uri="{FF2B5EF4-FFF2-40B4-BE49-F238E27FC236}">
                <a16:creationId xmlns:a16="http://schemas.microsoft.com/office/drawing/2014/main" id="{2CE87733-8EAE-9049-BD98-6E219C3457E6}"/>
              </a:ext>
            </a:extLst>
          </p:cNvPr>
          <p:cNvSpPr/>
          <p:nvPr/>
        </p:nvSpPr>
        <p:spPr>
          <a:xfrm>
            <a:off x="6667500" y="4648200"/>
            <a:ext cx="2514600" cy="2133600"/>
          </a:xfrm>
          <a:prstGeom prst="rect">
            <a:avLst/>
          </a:prstGeom>
          <a:solidFill>
            <a:schemeClr val="accent4">
              <a:lumMod val="20000"/>
              <a:lumOff val="80000"/>
            </a:schemeClr>
          </a:solidFill>
          <a:ln w="19050">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28600" tIns="228600" rIns="228600" bIns="228600" numCol="1" spcCol="0" rtlCol="0" fromWordArt="0" anchor="ctr" anchorCtr="0" forceAA="0" compatLnSpc="1">
            <a:prstTxWarp prst="textNoShape">
              <a:avLst/>
            </a:prstTxWarp>
            <a:noAutofit/>
          </a:bodyPr>
          <a:lstStyle/>
          <a:p>
            <a:pPr marL="122238" indent="-122238">
              <a:spcAft>
                <a:spcPts val="600"/>
              </a:spcAft>
              <a:buFont typeface="Arial" panose="020B0604020202020204" pitchFamily="34" charset="0"/>
              <a:buChar char="•"/>
            </a:pPr>
            <a:r>
              <a:rPr lang="en-US" sz="1100" dirty="0">
                <a:solidFill>
                  <a:schemeClr val="tx1"/>
                </a:solidFill>
              </a:rPr>
              <a:t>Click on Paid Search Link</a:t>
            </a:r>
          </a:p>
          <a:p>
            <a:pPr marL="122238" indent="-122238">
              <a:spcAft>
                <a:spcPts val="600"/>
              </a:spcAft>
              <a:buFont typeface="Arial" panose="020B0604020202020204" pitchFamily="34" charset="0"/>
              <a:buChar char="•"/>
            </a:pPr>
            <a:r>
              <a:rPr lang="en-US" sz="1100" dirty="0">
                <a:solidFill>
                  <a:schemeClr val="tx1"/>
                </a:solidFill>
              </a:rPr>
              <a:t>Read a Blog / see Social Post</a:t>
            </a:r>
          </a:p>
          <a:p>
            <a:pPr marL="122238" indent="-122238">
              <a:spcAft>
                <a:spcPts val="600"/>
              </a:spcAft>
              <a:buFont typeface="Arial" panose="020B0604020202020204" pitchFamily="34" charset="0"/>
              <a:buChar char="•"/>
            </a:pPr>
            <a:r>
              <a:rPr lang="en-US" sz="1100" dirty="0">
                <a:solidFill>
                  <a:schemeClr val="tx1"/>
                </a:solidFill>
              </a:rPr>
              <a:t>Read vendor agnostic analyst report (i.e. Gartner MQ)</a:t>
            </a:r>
          </a:p>
          <a:p>
            <a:pPr marL="122238" indent="-122238">
              <a:spcAft>
                <a:spcPts val="600"/>
              </a:spcAft>
              <a:buFont typeface="Arial" panose="020B0604020202020204" pitchFamily="34" charset="0"/>
              <a:buChar char="•"/>
            </a:pPr>
            <a:r>
              <a:rPr lang="en-US" sz="1100" dirty="0">
                <a:solidFill>
                  <a:schemeClr val="tx1"/>
                </a:solidFill>
              </a:rPr>
              <a:t>Competitive Comparison; Cloud comparison potentially</a:t>
            </a:r>
          </a:p>
          <a:p>
            <a:pPr marL="122238" indent="-122238">
              <a:spcAft>
                <a:spcPts val="600"/>
              </a:spcAft>
              <a:buFont typeface="Arial" panose="020B0604020202020204" pitchFamily="34" charset="0"/>
              <a:buChar char="•"/>
            </a:pPr>
            <a:r>
              <a:rPr lang="en-US" sz="1100" dirty="0">
                <a:solidFill>
                  <a:schemeClr val="tx1"/>
                </a:solidFill>
              </a:rPr>
              <a:t>Visit product web page</a:t>
            </a:r>
          </a:p>
        </p:txBody>
      </p:sp>
      <p:sp>
        <p:nvSpPr>
          <p:cNvPr id="11" name="Rectangle 10">
            <a:extLst>
              <a:ext uri="{FF2B5EF4-FFF2-40B4-BE49-F238E27FC236}">
                <a16:creationId xmlns:a16="http://schemas.microsoft.com/office/drawing/2014/main" id="{B26F1E27-92F3-5544-9104-715F3DB7108F}"/>
              </a:ext>
            </a:extLst>
          </p:cNvPr>
          <p:cNvSpPr/>
          <p:nvPr/>
        </p:nvSpPr>
        <p:spPr>
          <a:xfrm>
            <a:off x="9448800" y="4648200"/>
            <a:ext cx="2514600" cy="2133600"/>
          </a:xfrm>
          <a:prstGeom prst="rect">
            <a:avLst/>
          </a:prstGeom>
          <a:solidFill>
            <a:schemeClr val="accent4">
              <a:lumMod val="20000"/>
              <a:lumOff val="80000"/>
            </a:schemeClr>
          </a:solidFill>
          <a:ln w="19050">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28600" tIns="228600" rIns="228600" bIns="228600" numCol="1" spcCol="0" rtlCol="0" fromWordArt="0" anchor="ctr" anchorCtr="0" forceAA="0" compatLnSpc="1">
            <a:prstTxWarp prst="textNoShape">
              <a:avLst/>
            </a:prstTxWarp>
            <a:noAutofit/>
          </a:bodyPr>
          <a:lstStyle/>
          <a:p>
            <a:pPr marL="122238" indent="-122238">
              <a:spcAft>
                <a:spcPts val="600"/>
              </a:spcAft>
              <a:buFont typeface="Arial" panose="020B0604020202020204" pitchFamily="34" charset="0"/>
              <a:buChar char="•"/>
            </a:pPr>
            <a:r>
              <a:rPr lang="en-US" sz="1100" dirty="0">
                <a:solidFill>
                  <a:schemeClr val="tx1"/>
                </a:solidFill>
              </a:rPr>
              <a:t>Register for webinar</a:t>
            </a:r>
          </a:p>
          <a:p>
            <a:pPr marL="122238" indent="-122238">
              <a:spcAft>
                <a:spcPts val="600"/>
              </a:spcAft>
              <a:buFont typeface="Arial" panose="020B0604020202020204" pitchFamily="34" charset="0"/>
              <a:buChar char="•"/>
            </a:pPr>
            <a:r>
              <a:rPr lang="en-US" sz="1100" dirty="0">
                <a:solidFill>
                  <a:schemeClr val="tx1"/>
                </a:solidFill>
              </a:rPr>
              <a:t>Register for online trial</a:t>
            </a:r>
          </a:p>
          <a:p>
            <a:pPr marL="122238" indent="-122238">
              <a:spcAft>
                <a:spcPts val="600"/>
              </a:spcAft>
              <a:buFont typeface="Arial" panose="020B0604020202020204" pitchFamily="34" charset="0"/>
              <a:buChar char="•"/>
            </a:pPr>
            <a:r>
              <a:rPr lang="en-US" sz="1100" dirty="0">
                <a:solidFill>
                  <a:schemeClr val="tx1"/>
                </a:solidFill>
              </a:rPr>
              <a:t>Access gated asset</a:t>
            </a:r>
          </a:p>
          <a:p>
            <a:pPr marL="122238" indent="-122238">
              <a:spcAft>
                <a:spcPts val="600"/>
              </a:spcAft>
              <a:buFont typeface="Arial" panose="020B0604020202020204" pitchFamily="34" charset="0"/>
              <a:buChar char="•"/>
            </a:pPr>
            <a:r>
              <a:rPr lang="en-US" sz="1100" dirty="0">
                <a:solidFill>
                  <a:schemeClr val="tx1"/>
                </a:solidFill>
              </a:rPr>
              <a:t>Attend a tradeshow/user group</a:t>
            </a:r>
          </a:p>
          <a:p>
            <a:pPr marL="122238" indent="-122238">
              <a:spcAft>
                <a:spcPts val="600"/>
              </a:spcAft>
              <a:buFont typeface="Arial" panose="020B0604020202020204" pitchFamily="34" charset="0"/>
              <a:buChar char="•"/>
            </a:pPr>
            <a:r>
              <a:rPr lang="en-US" sz="1100" dirty="0">
                <a:solidFill>
                  <a:schemeClr val="tx1"/>
                </a:solidFill>
              </a:rPr>
              <a:t>Agree to an EBC</a:t>
            </a:r>
          </a:p>
        </p:txBody>
      </p:sp>
      <p:sp>
        <p:nvSpPr>
          <p:cNvPr id="12" name="Rectangle 11">
            <a:extLst>
              <a:ext uri="{FF2B5EF4-FFF2-40B4-BE49-F238E27FC236}">
                <a16:creationId xmlns:a16="http://schemas.microsoft.com/office/drawing/2014/main" id="{BC054AA1-F16A-7B44-8834-F20B0A251BA6}"/>
              </a:ext>
            </a:extLst>
          </p:cNvPr>
          <p:cNvSpPr/>
          <p:nvPr/>
        </p:nvSpPr>
        <p:spPr>
          <a:xfrm>
            <a:off x="3886200" y="122322"/>
            <a:ext cx="2514600" cy="4396540"/>
          </a:xfrm>
          <a:prstGeom prst="rect">
            <a:avLst/>
          </a:prstGeom>
          <a:solidFill>
            <a:schemeClr val="accent2">
              <a:lumMod val="20000"/>
              <a:lumOff val="80000"/>
            </a:schemeClr>
          </a:solidFill>
          <a:ln w="190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28600" tIns="228600" rIns="228600" bIns="228600" numCol="1" spcCol="0" rtlCol="0" fromWordArt="0" anchor="t" anchorCtr="0" forceAA="0" compatLnSpc="1">
            <a:prstTxWarp prst="textNoShape">
              <a:avLst/>
            </a:prstTxWarp>
            <a:noAutofit/>
          </a:bodyPr>
          <a:lstStyle/>
          <a:p>
            <a:pPr algn="l">
              <a:spcAft>
                <a:spcPts val="1200"/>
              </a:spcAft>
            </a:pPr>
            <a:endParaRPr lang="en-US" b="1" dirty="0"/>
          </a:p>
        </p:txBody>
      </p:sp>
      <p:sp>
        <p:nvSpPr>
          <p:cNvPr id="13" name="Rectangle 12">
            <a:extLst>
              <a:ext uri="{FF2B5EF4-FFF2-40B4-BE49-F238E27FC236}">
                <a16:creationId xmlns:a16="http://schemas.microsoft.com/office/drawing/2014/main" id="{7AE06E99-AE68-5F4A-9C03-60797B714B8D}"/>
              </a:ext>
            </a:extLst>
          </p:cNvPr>
          <p:cNvSpPr/>
          <p:nvPr/>
        </p:nvSpPr>
        <p:spPr>
          <a:xfrm>
            <a:off x="6667500" y="2385261"/>
            <a:ext cx="2514600" cy="2133600"/>
          </a:xfrm>
          <a:prstGeom prst="rect">
            <a:avLst/>
          </a:prstGeom>
          <a:solidFill>
            <a:schemeClr val="accent3">
              <a:lumMod val="20000"/>
              <a:lumOff val="80000"/>
            </a:schemeClr>
          </a:solidFill>
          <a:ln w="1905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28600" tIns="228600" rIns="228600" bIns="228600" numCol="1" spcCol="0" rtlCol="0" fromWordArt="0" anchor="ctr" anchorCtr="0" forceAA="0" compatLnSpc="1">
            <a:prstTxWarp prst="textNoShape">
              <a:avLst/>
            </a:prstTxWarp>
            <a:noAutofit/>
          </a:bodyPr>
          <a:lstStyle/>
          <a:p>
            <a:pPr marL="122238" indent="-122238">
              <a:spcAft>
                <a:spcPts val="600"/>
              </a:spcAft>
              <a:buFont typeface="Arial" panose="020B0604020202020204" pitchFamily="34" charset="0"/>
              <a:buChar char="•"/>
            </a:pPr>
            <a:r>
              <a:rPr lang="en-US" sz="1100" dirty="0">
                <a:solidFill>
                  <a:schemeClr val="tx1"/>
                </a:solidFill>
              </a:rPr>
              <a:t>Demonstrate ecosystem interoperability with product</a:t>
            </a:r>
          </a:p>
          <a:p>
            <a:pPr marL="122238" indent="-122238">
              <a:spcAft>
                <a:spcPts val="600"/>
              </a:spcAft>
              <a:buFont typeface="Arial" panose="020B0604020202020204" pitchFamily="34" charset="0"/>
              <a:buChar char="•"/>
            </a:pPr>
            <a:r>
              <a:rPr lang="en-US" sz="1100" dirty="0">
                <a:solidFill>
                  <a:schemeClr val="tx1"/>
                </a:solidFill>
              </a:rPr>
              <a:t>Accesses the product based on trial experience</a:t>
            </a:r>
          </a:p>
          <a:p>
            <a:pPr marL="122238" indent="-122238">
              <a:spcAft>
                <a:spcPts val="600"/>
              </a:spcAft>
              <a:buFont typeface="Arial" panose="020B0604020202020204" pitchFamily="34" charset="0"/>
              <a:buChar char="•"/>
            </a:pPr>
            <a:r>
              <a:rPr lang="en-US" sz="1100" dirty="0">
                <a:solidFill>
                  <a:schemeClr val="tx1"/>
                </a:solidFill>
              </a:rPr>
              <a:t>Reviews TCO/ROI results with their staff</a:t>
            </a:r>
          </a:p>
          <a:p>
            <a:pPr marL="122238" indent="-122238">
              <a:spcAft>
                <a:spcPts val="600"/>
              </a:spcAft>
              <a:buFont typeface="Arial" panose="020B0604020202020204" pitchFamily="34" charset="0"/>
              <a:buChar char="•"/>
            </a:pPr>
            <a:r>
              <a:rPr lang="en-US" sz="1100" dirty="0">
                <a:solidFill>
                  <a:schemeClr val="tx1"/>
                </a:solidFill>
              </a:rPr>
              <a:t>Side-by-Side / Feature comparison with top-2 competitors</a:t>
            </a:r>
          </a:p>
        </p:txBody>
      </p:sp>
      <p:sp>
        <p:nvSpPr>
          <p:cNvPr id="14" name="Rectangle 13">
            <a:extLst>
              <a:ext uri="{FF2B5EF4-FFF2-40B4-BE49-F238E27FC236}">
                <a16:creationId xmlns:a16="http://schemas.microsoft.com/office/drawing/2014/main" id="{AE14494F-4807-5844-BF03-F9BC6E2D1CA1}"/>
              </a:ext>
            </a:extLst>
          </p:cNvPr>
          <p:cNvSpPr/>
          <p:nvPr/>
        </p:nvSpPr>
        <p:spPr>
          <a:xfrm>
            <a:off x="9448800" y="2385261"/>
            <a:ext cx="2514600" cy="2133600"/>
          </a:xfrm>
          <a:prstGeom prst="rect">
            <a:avLst/>
          </a:prstGeom>
          <a:solidFill>
            <a:schemeClr val="accent3">
              <a:lumMod val="20000"/>
              <a:lumOff val="80000"/>
            </a:schemeClr>
          </a:solidFill>
          <a:ln w="1905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28600" tIns="228600" rIns="228600" bIns="228600" numCol="1" spcCol="0" rtlCol="0" fromWordArt="0" anchor="ctr" anchorCtr="0" forceAA="0" compatLnSpc="1">
            <a:prstTxWarp prst="textNoShape">
              <a:avLst/>
            </a:prstTxWarp>
            <a:noAutofit/>
          </a:bodyPr>
          <a:lstStyle/>
          <a:p>
            <a:pPr marL="122238" indent="-122238">
              <a:spcAft>
                <a:spcPts val="600"/>
              </a:spcAft>
              <a:buFont typeface="Arial" panose="020B0604020202020204" pitchFamily="34" charset="0"/>
              <a:buChar char="•"/>
            </a:pPr>
            <a:r>
              <a:rPr lang="en-US" sz="1100" dirty="0">
                <a:solidFill>
                  <a:schemeClr val="tx1"/>
                </a:solidFill>
              </a:rPr>
              <a:t>Attend the webinar</a:t>
            </a:r>
          </a:p>
          <a:p>
            <a:pPr marL="122238" indent="-122238">
              <a:spcAft>
                <a:spcPts val="600"/>
              </a:spcAft>
              <a:buFont typeface="Arial" panose="020B0604020202020204" pitchFamily="34" charset="0"/>
              <a:buChar char="•"/>
            </a:pPr>
            <a:r>
              <a:rPr lang="en-US" sz="1100" dirty="0">
                <a:solidFill>
                  <a:schemeClr val="tx1"/>
                </a:solidFill>
              </a:rPr>
              <a:t>Access and use the online trial</a:t>
            </a:r>
          </a:p>
          <a:p>
            <a:pPr marL="122238" indent="-122238">
              <a:spcAft>
                <a:spcPts val="600"/>
              </a:spcAft>
              <a:buFont typeface="Arial" panose="020B0604020202020204" pitchFamily="34" charset="0"/>
              <a:buChar char="•"/>
            </a:pPr>
            <a:r>
              <a:rPr lang="en-US" sz="1100" dirty="0">
                <a:solidFill>
                  <a:schemeClr val="tx1"/>
                </a:solidFill>
              </a:rPr>
              <a:t>Access the product community site</a:t>
            </a:r>
          </a:p>
          <a:p>
            <a:pPr marL="122238" indent="-122238">
              <a:spcAft>
                <a:spcPts val="600"/>
              </a:spcAft>
              <a:buFont typeface="Arial" panose="020B0604020202020204" pitchFamily="34" charset="0"/>
              <a:buChar char="•"/>
            </a:pPr>
            <a:r>
              <a:rPr lang="en-US" sz="1100" dirty="0">
                <a:solidFill>
                  <a:schemeClr val="tx1"/>
                </a:solidFill>
              </a:rPr>
              <a:t>Download / read gated assets</a:t>
            </a:r>
          </a:p>
          <a:p>
            <a:pPr marL="122238" indent="-122238">
              <a:spcAft>
                <a:spcPts val="600"/>
              </a:spcAft>
              <a:buFont typeface="Arial" panose="020B0604020202020204" pitchFamily="34" charset="0"/>
              <a:buChar char="•"/>
            </a:pPr>
            <a:r>
              <a:rPr lang="en-US" sz="1100" dirty="0">
                <a:solidFill>
                  <a:schemeClr val="tx1"/>
                </a:solidFill>
              </a:rPr>
              <a:t>Attend and Engage at the EBC</a:t>
            </a:r>
          </a:p>
        </p:txBody>
      </p:sp>
      <p:sp>
        <p:nvSpPr>
          <p:cNvPr id="15" name="Rectangle 14">
            <a:extLst>
              <a:ext uri="{FF2B5EF4-FFF2-40B4-BE49-F238E27FC236}">
                <a16:creationId xmlns:a16="http://schemas.microsoft.com/office/drawing/2014/main" id="{C03FD250-9D47-344E-A6D8-EF6EF195FAA1}"/>
              </a:ext>
            </a:extLst>
          </p:cNvPr>
          <p:cNvSpPr/>
          <p:nvPr/>
        </p:nvSpPr>
        <p:spPr>
          <a:xfrm>
            <a:off x="6667500" y="122321"/>
            <a:ext cx="2514600" cy="2133600"/>
          </a:xfrm>
          <a:prstGeom prst="rect">
            <a:avLst/>
          </a:prstGeom>
          <a:solidFill>
            <a:schemeClr val="tx2">
              <a:lumMod val="20000"/>
              <a:lumOff val="80000"/>
            </a:schemeClr>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28600" tIns="228600" rIns="228600" bIns="228600" numCol="1" spcCol="0" rtlCol="0" fromWordArt="0" anchor="ctr" anchorCtr="0" forceAA="0" compatLnSpc="1">
            <a:prstTxWarp prst="textNoShape">
              <a:avLst/>
            </a:prstTxWarp>
            <a:noAutofit/>
          </a:bodyPr>
          <a:lstStyle/>
          <a:p>
            <a:pPr marL="122238" indent="-122238">
              <a:spcAft>
                <a:spcPts val="600"/>
              </a:spcAft>
              <a:buFont typeface="Arial" panose="020B0604020202020204" pitchFamily="34" charset="0"/>
              <a:buChar char="•"/>
            </a:pPr>
            <a:r>
              <a:rPr lang="en-US" sz="1100" dirty="0">
                <a:solidFill>
                  <a:schemeClr val="tx1"/>
                </a:solidFill>
              </a:rPr>
              <a:t>Be a customer success story</a:t>
            </a:r>
          </a:p>
          <a:p>
            <a:pPr marL="122238" indent="-122238">
              <a:spcAft>
                <a:spcPts val="600"/>
              </a:spcAft>
              <a:buFont typeface="Arial" panose="020B0604020202020204" pitchFamily="34" charset="0"/>
              <a:buChar char="•"/>
            </a:pPr>
            <a:r>
              <a:rPr lang="en-US" sz="1100" dirty="0">
                <a:solidFill>
                  <a:schemeClr val="tx1"/>
                </a:solidFill>
              </a:rPr>
              <a:t>Leave comment on Gartner Peer Insights, G2Crowd, </a:t>
            </a:r>
            <a:r>
              <a:rPr lang="en-US" sz="1100" dirty="0" err="1">
                <a:solidFill>
                  <a:schemeClr val="tx1"/>
                </a:solidFill>
              </a:rPr>
              <a:t>TrustRadius</a:t>
            </a:r>
            <a:endParaRPr lang="en-US" sz="1100" dirty="0">
              <a:solidFill>
                <a:schemeClr val="tx1"/>
              </a:solidFill>
            </a:endParaRPr>
          </a:p>
          <a:p>
            <a:pPr marL="122238" indent="-122238">
              <a:spcAft>
                <a:spcPts val="600"/>
              </a:spcAft>
              <a:buFont typeface="Arial" panose="020B0604020202020204" pitchFamily="34" charset="0"/>
              <a:buChar char="•"/>
            </a:pPr>
            <a:r>
              <a:rPr lang="en-US" sz="1100" dirty="0">
                <a:solidFill>
                  <a:schemeClr val="tx1"/>
                </a:solidFill>
              </a:rPr>
              <a:t>Agree to participate in Beta programs</a:t>
            </a:r>
          </a:p>
          <a:p>
            <a:pPr marL="122238" indent="-122238">
              <a:spcAft>
                <a:spcPts val="600"/>
              </a:spcAft>
              <a:buFont typeface="Arial" panose="020B0604020202020204" pitchFamily="34" charset="0"/>
              <a:buChar char="•"/>
            </a:pPr>
            <a:r>
              <a:rPr lang="en-US" sz="1100" dirty="0">
                <a:solidFill>
                  <a:schemeClr val="tx1"/>
                </a:solidFill>
              </a:rPr>
              <a:t>Agree to be a guest speaker (webinar, Tradeshow, etc.)</a:t>
            </a:r>
          </a:p>
        </p:txBody>
      </p:sp>
      <p:sp>
        <p:nvSpPr>
          <p:cNvPr id="16" name="Rectangle 15">
            <a:extLst>
              <a:ext uri="{FF2B5EF4-FFF2-40B4-BE49-F238E27FC236}">
                <a16:creationId xmlns:a16="http://schemas.microsoft.com/office/drawing/2014/main" id="{C2D47816-1204-FE4E-87A9-76E6C7359DE2}"/>
              </a:ext>
            </a:extLst>
          </p:cNvPr>
          <p:cNvSpPr/>
          <p:nvPr/>
        </p:nvSpPr>
        <p:spPr>
          <a:xfrm>
            <a:off x="9448800" y="122321"/>
            <a:ext cx="2514600" cy="2133600"/>
          </a:xfrm>
          <a:prstGeom prst="rect">
            <a:avLst/>
          </a:prstGeom>
          <a:solidFill>
            <a:schemeClr val="tx2">
              <a:lumMod val="20000"/>
              <a:lumOff val="80000"/>
            </a:schemeClr>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28600" tIns="228600" rIns="228600" bIns="228600" numCol="1" spcCol="0" rtlCol="0" fromWordArt="0" anchor="b" anchorCtr="0" forceAA="0" compatLnSpc="1">
            <a:prstTxWarp prst="textNoShape">
              <a:avLst/>
            </a:prstTxWarp>
            <a:noAutofit/>
          </a:bodyPr>
          <a:lstStyle/>
          <a:p>
            <a:pPr marL="122238" indent="-122238">
              <a:spcAft>
                <a:spcPts val="600"/>
              </a:spcAft>
              <a:buFont typeface="Arial" panose="020B0604020202020204" pitchFamily="34" charset="0"/>
              <a:buChar char="•"/>
            </a:pPr>
            <a:r>
              <a:rPr lang="en-US" sz="1100" dirty="0">
                <a:solidFill>
                  <a:schemeClr val="tx1"/>
                </a:solidFill>
              </a:rPr>
              <a:t>Identify pan-[COMPANY] opportunities</a:t>
            </a:r>
          </a:p>
          <a:p>
            <a:pPr marL="122238" indent="-122238">
              <a:spcAft>
                <a:spcPts val="600"/>
              </a:spcAft>
              <a:buFont typeface="Arial" panose="020B0604020202020204" pitchFamily="34" charset="0"/>
              <a:buChar char="•"/>
            </a:pPr>
            <a:r>
              <a:rPr lang="en-US" sz="1100" dirty="0">
                <a:solidFill>
                  <a:schemeClr val="tx1"/>
                </a:solidFill>
              </a:rPr>
              <a:t>Social Media influencer </a:t>
            </a:r>
          </a:p>
          <a:p>
            <a:pPr marL="122238" indent="-122238">
              <a:spcAft>
                <a:spcPts val="600"/>
              </a:spcAft>
              <a:buFont typeface="Arial" panose="020B0604020202020204" pitchFamily="34" charset="0"/>
              <a:buChar char="•"/>
            </a:pPr>
            <a:r>
              <a:rPr lang="en-US" sz="1100" dirty="0">
                <a:solidFill>
                  <a:schemeClr val="tx1"/>
                </a:solidFill>
              </a:rPr>
              <a:t>Media interviews</a:t>
            </a:r>
          </a:p>
          <a:p>
            <a:pPr marL="122238" indent="-122238">
              <a:spcAft>
                <a:spcPts val="600"/>
              </a:spcAft>
              <a:buFont typeface="Arial" panose="020B0604020202020204" pitchFamily="34" charset="0"/>
              <a:buChar char="•"/>
            </a:pPr>
            <a:r>
              <a:rPr lang="en-US" sz="1100" dirty="0">
                <a:solidFill>
                  <a:schemeClr val="tx1"/>
                </a:solidFill>
              </a:rPr>
              <a:t>Agree to 1:1 client sales calls</a:t>
            </a:r>
          </a:p>
          <a:p>
            <a:pPr marL="122238" indent="-122238">
              <a:spcAft>
                <a:spcPts val="600"/>
              </a:spcAft>
              <a:buFont typeface="Arial" panose="020B0604020202020204" pitchFamily="34" charset="0"/>
              <a:buChar char="•"/>
            </a:pPr>
            <a:r>
              <a:rPr lang="en-US" sz="1100" dirty="0">
                <a:solidFill>
                  <a:schemeClr val="tx1"/>
                </a:solidFill>
              </a:rPr>
              <a:t>Become an active member of the advisory board</a:t>
            </a:r>
          </a:p>
        </p:txBody>
      </p:sp>
      <p:sp>
        <p:nvSpPr>
          <p:cNvPr id="17" name="TextBox 16">
            <a:extLst>
              <a:ext uri="{FF2B5EF4-FFF2-40B4-BE49-F238E27FC236}">
                <a16:creationId xmlns:a16="http://schemas.microsoft.com/office/drawing/2014/main" id="{10506BC0-80B1-6144-986E-3329D64E1392}"/>
              </a:ext>
            </a:extLst>
          </p:cNvPr>
          <p:cNvSpPr txBox="1"/>
          <p:nvPr/>
        </p:nvSpPr>
        <p:spPr>
          <a:xfrm>
            <a:off x="4749962" y="4648200"/>
            <a:ext cx="787075" cy="307777"/>
          </a:xfrm>
          <a:prstGeom prst="rect">
            <a:avLst/>
          </a:prstGeom>
          <a:noFill/>
        </p:spPr>
        <p:txBody>
          <a:bodyPr wrap="none" lIns="0" tIns="0" rIns="0" bIns="0" rtlCol="0">
            <a:spAutoFit/>
          </a:bodyPr>
          <a:lstStyle/>
          <a:p>
            <a:pPr algn="ctr">
              <a:spcAft>
                <a:spcPts val="1800"/>
              </a:spcAft>
            </a:pPr>
            <a:r>
              <a:rPr lang="en-US" sz="2000" b="1" u="sng" dirty="0"/>
              <a:t>Aware</a:t>
            </a:r>
          </a:p>
        </p:txBody>
      </p:sp>
      <p:sp>
        <p:nvSpPr>
          <p:cNvPr id="18" name="TextBox 17">
            <a:extLst>
              <a:ext uri="{FF2B5EF4-FFF2-40B4-BE49-F238E27FC236}">
                <a16:creationId xmlns:a16="http://schemas.microsoft.com/office/drawing/2014/main" id="{7142DC35-1C38-CD4C-9853-2D7EEA549E76}"/>
              </a:ext>
            </a:extLst>
          </p:cNvPr>
          <p:cNvSpPr txBox="1"/>
          <p:nvPr/>
        </p:nvSpPr>
        <p:spPr>
          <a:xfrm>
            <a:off x="7407031" y="4648200"/>
            <a:ext cx="1035540" cy="307777"/>
          </a:xfrm>
          <a:prstGeom prst="rect">
            <a:avLst/>
          </a:prstGeom>
          <a:noFill/>
        </p:spPr>
        <p:txBody>
          <a:bodyPr wrap="none" lIns="0" tIns="0" rIns="0" bIns="0" rtlCol="0">
            <a:spAutoFit/>
          </a:bodyPr>
          <a:lstStyle/>
          <a:p>
            <a:pPr algn="ctr">
              <a:spcAft>
                <a:spcPts val="1800"/>
              </a:spcAft>
            </a:pPr>
            <a:r>
              <a:rPr lang="en-US" sz="2000" b="1" u="sng" dirty="0"/>
              <a:t>Engaged</a:t>
            </a:r>
          </a:p>
        </p:txBody>
      </p:sp>
      <p:sp>
        <p:nvSpPr>
          <p:cNvPr id="19" name="TextBox 18">
            <a:extLst>
              <a:ext uri="{FF2B5EF4-FFF2-40B4-BE49-F238E27FC236}">
                <a16:creationId xmlns:a16="http://schemas.microsoft.com/office/drawing/2014/main" id="{FF36BDC5-5CD6-384A-A423-7BA034D71BF6}"/>
              </a:ext>
            </a:extLst>
          </p:cNvPr>
          <p:cNvSpPr txBox="1"/>
          <p:nvPr/>
        </p:nvSpPr>
        <p:spPr>
          <a:xfrm>
            <a:off x="10101769" y="4648200"/>
            <a:ext cx="1208664" cy="307777"/>
          </a:xfrm>
          <a:prstGeom prst="rect">
            <a:avLst/>
          </a:prstGeom>
          <a:noFill/>
        </p:spPr>
        <p:txBody>
          <a:bodyPr wrap="none" lIns="0" tIns="0" rIns="0" bIns="0" rtlCol="0">
            <a:spAutoFit/>
          </a:bodyPr>
          <a:lstStyle/>
          <a:p>
            <a:pPr algn="ctr">
              <a:spcAft>
                <a:spcPts val="1800"/>
              </a:spcAft>
            </a:pPr>
            <a:r>
              <a:rPr lang="en-US" sz="2000" b="1" u="sng" dirty="0"/>
              <a:t>Subscribe</a:t>
            </a:r>
          </a:p>
        </p:txBody>
      </p:sp>
      <p:sp>
        <p:nvSpPr>
          <p:cNvPr id="20" name="TextBox 19">
            <a:extLst>
              <a:ext uri="{FF2B5EF4-FFF2-40B4-BE49-F238E27FC236}">
                <a16:creationId xmlns:a16="http://schemas.microsoft.com/office/drawing/2014/main" id="{705C9C94-18DA-F04D-83A9-2CB19563D6B5}"/>
              </a:ext>
            </a:extLst>
          </p:cNvPr>
          <p:cNvSpPr txBox="1"/>
          <p:nvPr/>
        </p:nvSpPr>
        <p:spPr>
          <a:xfrm>
            <a:off x="10232415" y="2385260"/>
            <a:ext cx="947375" cy="307777"/>
          </a:xfrm>
          <a:prstGeom prst="rect">
            <a:avLst/>
          </a:prstGeom>
          <a:noFill/>
        </p:spPr>
        <p:txBody>
          <a:bodyPr wrap="none" lIns="0" tIns="0" rIns="0" bIns="0" rtlCol="0">
            <a:spAutoFit/>
          </a:bodyPr>
          <a:lstStyle/>
          <a:p>
            <a:pPr algn="ctr">
              <a:spcAft>
                <a:spcPts val="1800"/>
              </a:spcAft>
            </a:pPr>
            <a:r>
              <a:rPr lang="en-US" sz="2000" b="1" u="sng" dirty="0"/>
              <a:t>Convert</a:t>
            </a:r>
          </a:p>
        </p:txBody>
      </p:sp>
      <p:sp>
        <p:nvSpPr>
          <p:cNvPr id="21" name="TextBox 20">
            <a:extLst>
              <a:ext uri="{FF2B5EF4-FFF2-40B4-BE49-F238E27FC236}">
                <a16:creationId xmlns:a16="http://schemas.microsoft.com/office/drawing/2014/main" id="{CD1815F0-642C-4346-9C8D-BE614C492E33}"/>
              </a:ext>
            </a:extLst>
          </p:cNvPr>
          <p:cNvSpPr txBox="1"/>
          <p:nvPr/>
        </p:nvSpPr>
        <p:spPr>
          <a:xfrm>
            <a:off x="7550499" y="2385259"/>
            <a:ext cx="748603" cy="307777"/>
          </a:xfrm>
          <a:prstGeom prst="rect">
            <a:avLst/>
          </a:prstGeom>
          <a:noFill/>
        </p:spPr>
        <p:txBody>
          <a:bodyPr wrap="none" lIns="0" tIns="0" rIns="0" bIns="0" rtlCol="0">
            <a:spAutoFit/>
          </a:bodyPr>
          <a:lstStyle/>
          <a:p>
            <a:pPr algn="ctr">
              <a:spcAft>
                <a:spcPts val="1800"/>
              </a:spcAft>
            </a:pPr>
            <a:r>
              <a:rPr lang="en-US" sz="2000" b="1" u="sng" dirty="0"/>
              <a:t>Excite</a:t>
            </a:r>
          </a:p>
        </p:txBody>
      </p:sp>
      <p:sp>
        <p:nvSpPr>
          <p:cNvPr id="22" name="TextBox 21">
            <a:extLst>
              <a:ext uri="{FF2B5EF4-FFF2-40B4-BE49-F238E27FC236}">
                <a16:creationId xmlns:a16="http://schemas.microsoft.com/office/drawing/2014/main" id="{B0F04AFB-6B24-5E4F-B7DF-054893F22C4C}"/>
              </a:ext>
            </a:extLst>
          </p:cNvPr>
          <p:cNvSpPr txBox="1"/>
          <p:nvPr/>
        </p:nvSpPr>
        <p:spPr>
          <a:xfrm>
            <a:off x="4694671" y="117274"/>
            <a:ext cx="891270" cy="307777"/>
          </a:xfrm>
          <a:prstGeom prst="rect">
            <a:avLst/>
          </a:prstGeom>
          <a:noFill/>
        </p:spPr>
        <p:txBody>
          <a:bodyPr wrap="none" lIns="0" tIns="0" rIns="0" bIns="0" rtlCol="0">
            <a:spAutoFit/>
          </a:bodyPr>
          <a:lstStyle/>
          <a:p>
            <a:pPr algn="ctr">
              <a:spcAft>
                <a:spcPts val="1800"/>
              </a:spcAft>
            </a:pPr>
            <a:r>
              <a:rPr lang="en-US" sz="2000" b="1" u="sng" dirty="0"/>
              <a:t>Ascend</a:t>
            </a:r>
          </a:p>
        </p:txBody>
      </p:sp>
      <p:sp>
        <p:nvSpPr>
          <p:cNvPr id="23" name="TextBox 22">
            <a:extLst>
              <a:ext uri="{FF2B5EF4-FFF2-40B4-BE49-F238E27FC236}">
                <a16:creationId xmlns:a16="http://schemas.microsoft.com/office/drawing/2014/main" id="{536B6697-C97A-9C4C-9826-E76FF6806A6B}"/>
              </a:ext>
            </a:extLst>
          </p:cNvPr>
          <p:cNvSpPr txBox="1"/>
          <p:nvPr/>
        </p:nvSpPr>
        <p:spPr>
          <a:xfrm>
            <a:off x="7357338" y="117273"/>
            <a:ext cx="1134926" cy="307777"/>
          </a:xfrm>
          <a:prstGeom prst="rect">
            <a:avLst/>
          </a:prstGeom>
          <a:noFill/>
        </p:spPr>
        <p:txBody>
          <a:bodyPr wrap="none" lIns="0" tIns="0" rIns="0" bIns="0" rtlCol="0">
            <a:spAutoFit/>
          </a:bodyPr>
          <a:lstStyle/>
          <a:p>
            <a:pPr algn="ctr">
              <a:spcAft>
                <a:spcPts val="1800"/>
              </a:spcAft>
            </a:pPr>
            <a:r>
              <a:rPr lang="en-US" sz="2000" b="1" u="sng" dirty="0"/>
              <a:t>Advocate</a:t>
            </a:r>
          </a:p>
        </p:txBody>
      </p:sp>
      <p:sp>
        <p:nvSpPr>
          <p:cNvPr id="24" name="TextBox 23">
            <a:extLst>
              <a:ext uri="{FF2B5EF4-FFF2-40B4-BE49-F238E27FC236}">
                <a16:creationId xmlns:a16="http://schemas.microsoft.com/office/drawing/2014/main" id="{D22C9F2B-8571-084A-82A5-80A42205060A}"/>
              </a:ext>
            </a:extLst>
          </p:cNvPr>
          <p:cNvSpPr txBox="1"/>
          <p:nvPr/>
        </p:nvSpPr>
        <p:spPr>
          <a:xfrm>
            <a:off x="10137836" y="117272"/>
            <a:ext cx="1136530" cy="307777"/>
          </a:xfrm>
          <a:prstGeom prst="rect">
            <a:avLst/>
          </a:prstGeom>
          <a:noFill/>
        </p:spPr>
        <p:txBody>
          <a:bodyPr wrap="none" lIns="0" tIns="0" rIns="0" bIns="0" rtlCol="0">
            <a:spAutoFit/>
          </a:bodyPr>
          <a:lstStyle/>
          <a:p>
            <a:pPr algn="ctr">
              <a:spcAft>
                <a:spcPts val="1800"/>
              </a:spcAft>
            </a:pPr>
            <a:r>
              <a:rPr lang="en-US" sz="2000" b="1" u="sng" dirty="0"/>
              <a:t>Promoter</a:t>
            </a:r>
          </a:p>
        </p:txBody>
      </p:sp>
      <p:grpSp>
        <p:nvGrpSpPr>
          <p:cNvPr id="27" name="Group 26">
            <a:extLst>
              <a:ext uri="{FF2B5EF4-FFF2-40B4-BE49-F238E27FC236}">
                <a16:creationId xmlns:a16="http://schemas.microsoft.com/office/drawing/2014/main" id="{E487FE07-2C3C-444C-BA09-6A199433855D}"/>
              </a:ext>
            </a:extLst>
          </p:cNvPr>
          <p:cNvGrpSpPr/>
          <p:nvPr/>
        </p:nvGrpSpPr>
        <p:grpSpPr>
          <a:xfrm>
            <a:off x="3886199" y="4648200"/>
            <a:ext cx="457200" cy="457200"/>
            <a:chOff x="3886199" y="4648200"/>
            <a:chExt cx="457200" cy="457200"/>
          </a:xfrm>
        </p:grpSpPr>
        <p:sp>
          <p:nvSpPr>
            <p:cNvPr id="25" name="Right Triangle 24">
              <a:extLst>
                <a:ext uri="{FF2B5EF4-FFF2-40B4-BE49-F238E27FC236}">
                  <a16:creationId xmlns:a16="http://schemas.microsoft.com/office/drawing/2014/main" id="{26E0D7D1-CDDF-B944-93D3-B833DE906F89}"/>
                </a:ext>
              </a:extLst>
            </p:cNvPr>
            <p:cNvSpPr/>
            <p:nvPr/>
          </p:nvSpPr>
          <p:spPr>
            <a:xfrm rot="5400000">
              <a:off x="3886199" y="4648200"/>
              <a:ext cx="457200" cy="457200"/>
            </a:xfrm>
            <a:prstGeom prst="rtTriangle">
              <a:avLst/>
            </a:prstGeom>
            <a:solidFill>
              <a:schemeClr val="accent1">
                <a:lumMod val="60000"/>
                <a:lumOff val="40000"/>
              </a:schemeClr>
            </a:solidFill>
            <a:ln w="19050">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28600" tIns="228600" rIns="228600" bIns="228600" numCol="1" spcCol="0" rtlCol="0" fromWordArt="0" anchor="t" anchorCtr="0" forceAA="0" compatLnSpc="1">
              <a:prstTxWarp prst="textNoShape">
                <a:avLst/>
              </a:prstTxWarp>
              <a:noAutofit/>
            </a:bodyPr>
            <a:lstStyle/>
            <a:p>
              <a:pPr algn="l">
                <a:spcAft>
                  <a:spcPts val="1200"/>
                </a:spcAft>
              </a:pPr>
              <a:endParaRPr lang="en-US" b="1" dirty="0"/>
            </a:p>
          </p:txBody>
        </p:sp>
        <p:sp>
          <p:nvSpPr>
            <p:cNvPr id="26" name="TextBox 25">
              <a:extLst>
                <a:ext uri="{FF2B5EF4-FFF2-40B4-BE49-F238E27FC236}">
                  <a16:creationId xmlns:a16="http://schemas.microsoft.com/office/drawing/2014/main" id="{9EE840CD-4C9B-C946-925E-FCDCD4B01427}"/>
                </a:ext>
              </a:extLst>
            </p:cNvPr>
            <p:cNvSpPr txBox="1"/>
            <p:nvPr/>
          </p:nvSpPr>
          <p:spPr>
            <a:xfrm>
              <a:off x="3932659" y="4674831"/>
              <a:ext cx="110608" cy="246221"/>
            </a:xfrm>
            <a:prstGeom prst="rect">
              <a:avLst/>
            </a:prstGeom>
            <a:noFill/>
          </p:spPr>
          <p:txBody>
            <a:bodyPr wrap="none" lIns="0" tIns="0" rIns="0" bIns="0" rtlCol="0">
              <a:spAutoFit/>
            </a:bodyPr>
            <a:lstStyle/>
            <a:p>
              <a:pPr algn="l">
                <a:spcAft>
                  <a:spcPts val="1800"/>
                </a:spcAft>
              </a:pPr>
              <a:r>
                <a:rPr lang="en-US" sz="1600" b="1" dirty="0">
                  <a:solidFill>
                    <a:schemeClr val="bg1"/>
                  </a:solidFill>
                  <a:latin typeface="IBM Plex Sans Condensed" panose="020B0506050203000203" pitchFamily="34" charset="77"/>
                </a:rPr>
                <a:t>1</a:t>
              </a:r>
            </a:p>
          </p:txBody>
        </p:sp>
      </p:grpSp>
      <p:grpSp>
        <p:nvGrpSpPr>
          <p:cNvPr id="28" name="Group 27">
            <a:extLst>
              <a:ext uri="{FF2B5EF4-FFF2-40B4-BE49-F238E27FC236}">
                <a16:creationId xmlns:a16="http://schemas.microsoft.com/office/drawing/2014/main" id="{4BA10545-9706-C144-AC52-B9291E1695B9}"/>
              </a:ext>
            </a:extLst>
          </p:cNvPr>
          <p:cNvGrpSpPr/>
          <p:nvPr/>
        </p:nvGrpSpPr>
        <p:grpSpPr>
          <a:xfrm>
            <a:off x="6667500" y="4648200"/>
            <a:ext cx="457200" cy="457200"/>
            <a:chOff x="3886199" y="4648200"/>
            <a:chExt cx="457200" cy="457200"/>
          </a:xfrm>
        </p:grpSpPr>
        <p:sp>
          <p:nvSpPr>
            <p:cNvPr id="29" name="Right Triangle 28">
              <a:extLst>
                <a:ext uri="{FF2B5EF4-FFF2-40B4-BE49-F238E27FC236}">
                  <a16:creationId xmlns:a16="http://schemas.microsoft.com/office/drawing/2014/main" id="{9F585F37-171E-9C41-9320-A3D774721F45}"/>
                </a:ext>
              </a:extLst>
            </p:cNvPr>
            <p:cNvSpPr/>
            <p:nvPr/>
          </p:nvSpPr>
          <p:spPr>
            <a:xfrm rot="5400000">
              <a:off x="3886199" y="4648200"/>
              <a:ext cx="457200" cy="457200"/>
            </a:xfrm>
            <a:prstGeom prst="rtTriangle">
              <a:avLst/>
            </a:prstGeom>
            <a:solidFill>
              <a:schemeClr val="accent1">
                <a:lumMod val="60000"/>
                <a:lumOff val="40000"/>
              </a:schemeClr>
            </a:solidFill>
            <a:ln w="19050">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28600" tIns="228600" rIns="228600" bIns="228600" numCol="1" spcCol="0" rtlCol="0" fromWordArt="0" anchor="t" anchorCtr="0" forceAA="0" compatLnSpc="1">
              <a:prstTxWarp prst="textNoShape">
                <a:avLst/>
              </a:prstTxWarp>
              <a:noAutofit/>
            </a:bodyPr>
            <a:lstStyle/>
            <a:p>
              <a:pPr algn="l">
                <a:spcAft>
                  <a:spcPts val="1200"/>
                </a:spcAft>
              </a:pPr>
              <a:endParaRPr lang="en-US" b="1" dirty="0"/>
            </a:p>
          </p:txBody>
        </p:sp>
        <p:sp>
          <p:nvSpPr>
            <p:cNvPr id="30" name="TextBox 29">
              <a:extLst>
                <a:ext uri="{FF2B5EF4-FFF2-40B4-BE49-F238E27FC236}">
                  <a16:creationId xmlns:a16="http://schemas.microsoft.com/office/drawing/2014/main" id="{D4E15D2A-9277-6741-BCD5-D4539E602EDD}"/>
                </a:ext>
              </a:extLst>
            </p:cNvPr>
            <p:cNvSpPr txBox="1"/>
            <p:nvPr/>
          </p:nvSpPr>
          <p:spPr>
            <a:xfrm>
              <a:off x="3932659" y="4674831"/>
              <a:ext cx="110608" cy="246221"/>
            </a:xfrm>
            <a:prstGeom prst="rect">
              <a:avLst/>
            </a:prstGeom>
            <a:noFill/>
          </p:spPr>
          <p:txBody>
            <a:bodyPr wrap="none" lIns="0" tIns="0" rIns="0" bIns="0" rtlCol="0">
              <a:spAutoFit/>
            </a:bodyPr>
            <a:lstStyle/>
            <a:p>
              <a:pPr algn="l">
                <a:spcAft>
                  <a:spcPts val="1800"/>
                </a:spcAft>
              </a:pPr>
              <a:r>
                <a:rPr lang="en-US" sz="1600" b="1" dirty="0">
                  <a:solidFill>
                    <a:schemeClr val="bg1"/>
                  </a:solidFill>
                  <a:latin typeface="IBM Plex Sans Condensed" panose="020B0506050203000203" pitchFamily="34" charset="77"/>
                </a:rPr>
                <a:t>2</a:t>
              </a:r>
            </a:p>
          </p:txBody>
        </p:sp>
      </p:grpSp>
      <p:grpSp>
        <p:nvGrpSpPr>
          <p:cNvPr id="31" name="Group 30">
            <a:extLst>
              <a:ext uri="{FF2B5EF4-FFF2-40B4-BE49-F238E27FC236}">
                <a16:creationId xmlns:a16="http://schemas.microsoft.com/office/drawing/2014/main" id="{0F60AC9D-D5F1-934D-9FFD-7C775F892D06}"/>
              </a:ext>
            </a:extLst>
          </p:cNvPr>
          <p:cNvGrpSpPr/>
          <p:nvPr/>
        </p:nvGrpSpPr>
        <p:grpSpPr>
          <a:xfrm>
            <a:off x="9448800" y="4648200"/>
            <a:ext cx="457200" cy="457200"/>
            <a:chOff x="3886199" y="4648200"/>
            <a:chExt cx="457200" cy="457200"/>
          </a:xfrm>
        </p:grpSpPr>
        <p:sp>
          <p:nvSpPr>
            <p:cNvPr id="32" name="Right Triangle 31">
              <a:extLst>
                <a:ext uri="{FF2B5EF4-FFF2-40B4-BE49-F238E27FC236}">
                  <a16:creationId xmlns:a16="http://schemas.microsoft.com/office/drawing/2014/main" id="{44BF5D11-1EDC-0F44-B26A-A7F08F3B2270}"/>
                </a:ext>
              </a:extLst>
            </p:cNvPr>
            <p:cNvSpPr/>
            <p:nvPr/>
          </p:nvSpPr>
          <p:spPr>
            <a:xfrm rot="5400000">
              <a:off x="3886199" y="4648200"/>
              <a:ext cx="457200" cy="457200"/>
            </a:xfrm>
            <a:prstGeom prst="rtTriangle">
              <a:avLst/>
            </a:prstGeom>
            <a:solidFill>
              <a:schemeClr val="accent1">
                <a:lumMod val="60000"/>
                <a:lumOff val="40000"/>
              </a:schemeClr>
            </a:solidFill>
            <a:ln w="19050">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28600" tIns="228600" rIns="228600" bIns="228600" numCol="1" spcCol="0" rtlCol="0" fromWordArt="0" anchor="t" anchorCtr="0" forceAA="0" compatLnSpc="1">
              <a:prstTxWarp prst="textNoShape">
                <a:avLst/>
              </a:prstTxWarp>
              <a:noAutofit/>
            </a:bodyPr>
            <a:lstStyle/>
            <a:p>
              <a:pPr algn="l">
                <a:spcAft>
                  <a:spcPts val="1200"/>
                </a:spcAft>
              </a:pPr>
              <a:endParaRPr lang="en-US" b="1" dirty="0"/>
            </a:p>
          </p:txBody>
        </p:sp>
        <p:sp>
          <p:nvSpPr>
            <p:cNvPr id="33" name="TextBox 32">
              <a:extLst>
                <a:ext uri="{FF2B5EF4-FFF2-40B4-BE49-F238E27FC236}">
                  <a16:creationId xmlns:a16="http://schemas.microsoft.com/office/drawing/2014/main" id="{FD05B76D-D1A1-6B49-8D0A-CCDFCF3E01D4}"/>
                </a:ext>
              </a:extLst>
            </p:cNvPr>
            <p:cNvSpPr txBox="1"/>
            <p:nvPr/>
          </p:nvSpPr>
          <p:spPr>
            <a:xfrm>
              <a:off x="3932659" y="4674831"/>
              <a:ext cx="110608" cy="246221"/>
            </a:xfrm>
            <a:prstGeom prst="rect">
              <a:avLst/>
            </a:prstGeom>
            <a:noFill/>
          </p:spPr>
          <p:txBody>
            <a:bodyPr wrap="none" lIns="0" tIns="0" rIns="0" bIns="0" rtlCol="0">
              <a:spAutoFit/>
            </a:bodyPr>
            <a:lstStyle/>
            <a:p>
              <a:pPr algn="l">
                <a:spcAft>
                  <a:spcPts val="1800"/>
                </a:spcAft>
              </a:pPr>
              <a:r>
                <a:rPr lang="en-US" sz="1600" b="1" dirty="0">
                  <a:solidFill>
                    <a:schemeClr val="bg1"/>
                  </a:solidFill>
                  <a:latin typeface="IBM Plex Sans Condensed" panose="020B0506050203000203" pitchFamily="34" charset="77"/>
                </a:rPr>
                <a:t>3</a:t>
              </a:r>
            </a:p>
          </p:txBody>
        </p:sp>
      </p:grpSp>
      <p:grpSp>
        <p:nvGrpSpPr>
          <p:cNvPr id="34" name="Group 33">
            <a:extLst>
              <a:ext uri="{FF2B5EF4-FFF2-40B4-BE49-F238E27FC236}">
                <a16:creationId xmlns:a16="http://schemas.microsoft.com/office/drawing/2014/main" id="{44E8BE5F-8A98-474F-8282-5AF09CBC695C}"/>
              </a:ext>
            </a:extLst>
          </p:cNvPr>
          <p:cNvGrpSpPr/>
          <p:nvPr/>
        </p:nvGrpSpPr>
        <p:grpSpPr>
          <a:xfrm>
            <a:off x="6667500" y="2385259"/>
            <a:ext cx="457200" cy="457200"/>
            <a:chOff x="3886199" y="4648200"/>
            <a:chExt cx="457200" cy="457200"/>
          </a:xfrm>
        </p:grpSpPr>
        <p:sp>
          <p:nvSpPr>
            <p:cNvPr id="35" name="Right Triangle 34">
              <a:extLst>
                <a:ext uri="{FF2B5EF4-FFF2-40B4-BE49-F238E27FC236}">
                  <a16:creationId xmlns:a16="http://schemas.microsoft.com/office/drawing/2014/main" id="{49BA88A8-EF7A-CA4F-B6BF-4FD22318326A}"/>
                </a:ext>
              </a:extLst>
            </p:cNvPr>
            <p:cNvSpPr/>
            <p:nvPr/>
          </p:nvSpPr>
          <p:spPr>
            <a:xfrm rot="5400000">
              <a:off x="3886199" y="4648200"/>
              <a:ext cx="457200" cy="457200"/>
            </a:xfrm>
            <a:prstGeom prst="rtTriangle">
              <a:avLst/>
            </a:prstGeom>
            <a:solidFill>
              <a:schemeClr val="accent3">
                <a:lumMod val="60000"/>
                <a:lumOff val="40000"/>
              </a:schemeClr>
            </a:solidFill>
            <a:ln w="1905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28600" tIns="228600" rIns="228600" bIns="228600" numCol="1" spcCol="0" rtlCol="0" fromWordArt="0" anchor="t" anchorCtr="0" forceAA="0" compatLnSpc="1">
              <a:prstTxWarp prst="textNoShape">
                <a:avLst/>
              </a:prstTxWarp>
              <a:noAutofit/>
            </a:bodyPr>
            <a:lstStyle/>
            <a:p>
              <a:pPr algn="l">
                <a:spcAft>
                  <a:spcPts val="1200"/>
                </a:spcAft>
              </a:pPr>
              <a:endParaRPr lang="en-US" b="1" dirty="0"/>
            </a:p>
          </p:txBody>
        </p:sp>
        <p:sp>
          <p:nvSpPr>
            <p:cNvPr id="36" name="TextBox 35">
              <a:extLst>
                <a:ext uri="{FF2B5EF4-FFF2-40B4-BE49-F238E27FC236}">
                  <a16:creationId xmlns:a16="http://schemas.microsoft.com/office/drawing/2014/main" id="{18DAFDDE-95E0-C843-A65E-D38F7B20A664}"/>
                </a:ext>
              </a:extLst>
            </p:cNvPr>
            <p:cNvSpPr txBox="1"/>
            <p:nvPr/>
          </p:nvSpPr>
          <p:spPr>
            <a:xfrm>
              <a:off x="3932659" y="4674831"/>
              <a:ext cx="110608" cy="246221"/>
            </a:xfrm>
            <a:prstGeom prst="rect">
              <a:avLst/>
            </a:prstGeom>
            <a:noFill/>
          </p:spPr>
          <p:txBody>
            <a:bodyPr wrap="none" lIns="0" tIns="0" rIns="0" bIns="0" rtlCol="0">
              <a:spAutoFit/>
            </a:bodyPr>
            <a:lstStyle/>
            <a:p>
              <a:pPr algn="l">
                <a:spcAft>
                  <a:spcPts val="1800"/>
                </a:spcAft>
              </a:pPr>
              <a:r>
                <a:rPr lang="en-US" sz="1600" b="1" dirty="0">
                  <a:solidFill>
                    <a:schemeClr val="bg1"/>
                  </a:solidFill>
                  <a:latin typeface="IBM Plex Sans Condensed" panose="020B0506050203000203" pitchFamily="34" charset="77"/>
                </a:rPr>
                <a:t>5</a:t>
              </a:r>
            </a:p>
          </p:txBody>
        </p:sp>
      </p:grpSp>
      <p:grpSp>
        <p:nvGrpSpPr>
          <p:cNvPr id="37" name="Group 36">
            <a:extLst>
              <a:ext uri="{FF2B5EF4-FFF2-40B4-BE49-F238E27FC236}">
                <a16:creationId xmlns:a16="http://schemas.microsoft.com/office/drawing/2014/main" id="{999BC14A-1E5D-6F46-A636-CBB42460D948}"/>
              </a:ext>
            </a:extLst>
          </p:cNvPr>
          <p:cNvGrpSpPr/>
          <p:nvPr/>
        </p:nvGrpSpPr>
        <p:grpSpPr>
          <a:xfrm>
            <a:off x="9448800" y="2385259"/>
            <a:ext cx="457200" cy="457200"/>
            <a:chOff x="3886199" y="4648200"/>
            <a:chExt cx="457200" cy="457200"/>
          </a:xfrm>
        </p:grpSpPr>
        <p:sp>
          <p:nvSpPr>
            <p:cNvPr id="38" name="Right Triangle 37">
              <a:extLst>
                <a:ext uri="{FF2B5EF4-FFF2-40B4-BE49-F238E27FC236}">
                  <a16:creationId xmlns:a16="http://schemas.microsoft.com/office/drawing/2014/main" id="{89ECC19F-C9F9-9C44-91F2-2E453C55C786}"/>
                </a:ext>
              </a:extLst>
            </p:cNvPr>
            <p:cNvSpPr/>
            <p:nvPr/>
          </p:nvSpPr>
          <p:spPr>
            <a:xfrm rot="5400000">
              <a:off x="3886199" y="4648200"/>
              <a:ext cx="457200" cy="457200"/>
            </a:xfrm>
            <a:prstGeom prst="rtTriangle">
              <a:avLst/>
            </a:prstGeom>
            <a:solidFill>
              <a:schemeClr val="accent3">
                <a:lumMod val="60000"/>
                <a:lumOff val="40000"/>
              </a:schemeClr>
            </a:solidFill>
            <a:ln w="1905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28600" tIns="228600" rIns="228600" bIns="228600" numCol="1" spcCol="0" rtlCol="0" fromWordArt="0" anchor="t" anchorCtr="0" forceAA="0" compatLnSpc="1">
              <a:prstTxWarp prst="textNoShape">
                <a:avLst/>
              </a:prstTxWarp>
              <a:noAutofit/>
            </a:bodyPr>
            <a:lstStyle/>
            <a:p>
              <a:pPr algn="l">
                <a:spcAft>
                  <a:spcPts val="1200"/>
                </a:spcAft>
              </a:pPr>
              <a:endParaRPr lang="en-US" b="1" dirty="0"/>
            </a:p>
          </p:txBody>
        </p:sp>
        <p:sp>
          <p:nvSpPr>
            <p:cNvPr id="39" name="TextBox 38">
              <a:extLst>
                <a:ext uri="{FF2B5EF4-FFF2-40B4-BE49-F238E27FC236}">
                  <a16:creationId xmlns:a16="http://schemas.microsoft.com/office/drawing/2014/main" id="{7E48E8E2-2346-294A-A9B3-12FD3B5E2CE2}"/>
                </a:ext>
              </a:extLst>
            </p:cNvPr>
            <p:cNvSpPr txBox="1"/>
            <p:nvPr/>
          </p:nvSpPr>
          <p:spPr>
            <a:xfrm>
              <a:off x="3932659" y="4674831"/>
              <a:ext cx="110608" cy="246221"/>
            </a:xfrm>
            <a:prstGeom prst="rect">
              <a:avLst/>
            </a:prstGeom>
            <a:noFill/>
          </p:spPr>
          <p:txBody>
            <a:bodyPr wrap="none" lIns="0" tIns="0" rIns="0" bIns="0" rtlCol="0">
              <a:spAutoFit/>
            </a:bodyPr>
            <a:lstStyle/>
            <a:p>
              <a:pPr algn="l">
                <a:spcAft>
                  <a:spcPts val="1800"/>
                </a:spcAft>
              </a:pPr>
              <a:r>
                <a:rPr lang="en-US" sz="1600" b="1" dirty="0">
                  <a:solidFill>
                    <a:schemeClr val="bg1"/>
                  </a:solidFill>
                  <a:latin typeface="IBM Plex Sans Condensed" panose="020B0506050203000203" pitchFamily="34" charset="77"/>
                </a:rPr>
                <a:t>4</a:t>
              </a:r>
            </a:p>
          </p:txBody>
        </p:sp>
      </p:grpSp>
      <p:grpSp>
        <p:nvGrpSpPr>
          <p:cNvPr id="40" name="Group 39">
            <a:extLst>
              <a:ext uri="{FF2B5EF4-FFF2-40B4-BE49-F238E27FC236}">
                <a16:creationId xmlns:a16="http://schemas.microsoft.com/office/drawing/2014/main" id="{E743557E-761E-784A-B15C-E6ADEE340F10}"/>
              </a:ext>
            </a:extLst>
          </p:cNvPr>
          <p:cNvGrpSpPr/>
          <p:nvPr/>
        </p:nvGrpSpPr>
        <p:grpSpPr>
          <a:xfrm>
            <a:off x="6667500" y="127566"/>
            <a:ext cx="457200" cy="457200"/>
            <a:chOff x="3886199" y="4648200"/>
            <a:chExt cx="457200" cy="457200"/>
          </a:xfrm>
        </p:grpSpPr>
        <p:sp>
          <p:nvSpPr>
            <p:cNvPr id="41" name="Right Triangle 40">
              <a:extLst>
                <a:ext uri="{FF2B5EF4-FFF2-40B4-BE49-F238E27FC236}">
                  <a16:creationId xmlns:a16="http://schemas.microsoft.com/office/drawing/2014/main" id="{9F818B85-E020-6B42-ACDC-0207E1361399}"/>
                </a:ext>
              </a:extLst>
            </p:cNvPr>
            <p:cNvSpPr/>
            <p:nvPr/>
          </p:nvSpPr>
          <p:spPr>
            <a:xfrm rot="5400000">
              <a:off x="3886199" y="4648200"/>
              <a:ext cx="457200" cy="457200"/>
            </a:xfrm>
            <a:prstGeom prst="rtTriangle">
              <a:avLst/>
            </a:prstGeom>
            <a:solidFill>
              <a:schemeClr val="bg2">
                <a:lumMod val="50000"/>
              </a:schemeClr>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28600" tIns="228600" rIns="228600" bIns="228600" numCol="1" spcCol="0" rtlCol="0" fromWordArt="0" anchor="t" anchorCtr="0" forceAA="0" compatLnSpc="1">
              <a:prstTxWarp prst="textNoShape">
                <a:avLst/>
              </a:prstTxWarp>
              <a:noAutofit/>
            </a:bodyPr>
            <a:lstStyle/>
            <a:p>
              <a:pPr algn="l">
                <a:spcAft>
                  <a:spcPts val="1200"/>
                </a:spcAft>
              </a:pPr>
              <a:endParaRPr lang="en-US" b="1" dirty="0"/>
            </a:p>
          </p:txBody>
        </p:sp>
        <p:sp>
          <p:nvSpPr>
            <p:cNvPr id="42" name="TextBox 41">
              <a:extLst>
                <a:ext uri="{FF2B5EF4-FFF2-40B4-BE49-F238E27FC236}">
                  <a16:creationId xmlns:a16="http://schemas.microsoft.com/office/drawing/2014/main" id="{696E05ED-B083-FC42-8456-59B149618F84}"/>
                </a:ext>
              </a:extLst>
            </p:cNvPr>
            <p:cNvSpPr txBox="1"/>
            <p:nvPr/>
          </p:nvSpPr>
          <p:spPr>
            <a:xfrm>
              <a:off x="3932659" y="4674831"/>
              <a:ext cx="110608" cy="246221"/>
            </a:xfrm>
            <a:prstGeom prst="rect">
              <a:avLst/>
            </a:prstGeom>
            <a:noFill/>
          </p:spPr>
          <p:txBody>
            <a:bodyPr wrap="none" lIns="0" tIns="0" rIns="0" bIns="0" rtlCol="0">
              <a:spAutoFit/>
            </a:bodyPr>
            <a:lstStyle/>
            <a:p>
              <a:pPr algn="l">
                <a:spcAft>
                  <a:spcPts val="1800"/>
                </a:spcAft>
              </a:pPr>
              <a:r>
                <a:rPr lang="en-US" sz="1600" b="1" dirty="0">
                  <a:solidFill>
                    <a:schemeClr val="bg1"/>
                  </a:solidFill>
                  <a:latin typeface="IBM Plex Sans Condensed" panose="020B0506050203000203" pitchFamily="34" charset="77"/>
                </a:rPr>
                <a:t>7</a:t>
              </a:r>
            </a:p>
          </p:txBody>
        </p:sp>
      </p:grpSp>
      <p:grpSp>
        <p:nvGrpSpPr>
          <p:cNvPr id="43" name="Group 42">
            <a:extLst>
              <a:ext uri="{FF2B5EF4-FFF2-40B4-BE49-F238E27FC236}">
                <a16:creationId xmlns:a16="http://schemas.microsoft.com/office/drawing/2014/main" id="{DE342F2A-D63F-ED4F-A514-46F9A4C842D0}"/>
              </a:ext>
            </a:extLst>
          </p:cNvPr>
          <p:cNvGrpSpPr/>
          <p:nvPr/>
        </p:nvGrpSpPr>
        <p:grpSpPr>
          <a:xfrm>
            <a:off x="9448800" y="127566"/>
            <a:ext cx="457200" cy="457200"/>
            <a:chOff x="3886199" y="4648200"/>
            <a:chExt cx="457200" cy="457200"/>
          </a:xfrm>
        </p:grpSpPr>
        <p:sp>
          <p:nvSpPr>
            <p:cNvPr id="44" name="Right Triangle 43">
              <a:extLst>
                <a:ext uri="{FF2B5EF4-FFF2-40B4-BE49-F238E27FC236}">
                  <a16:creationId xmlns:a16="http://schemas.microsoft.com/office/drawing/2014/main" id="{528312C3-440E-1343-A6B7-E3D654DFEC03}"/>
                </a:ext>
              </a:extLst>
            </p:cNvPr>
            <p:cNvSpPr/>
            <p:nvPr/>
          </p:nvSpPr>
          <p:spPr>
            <a:xfrm rot="5400000">
              <a:off x="3886199" y="4648200"/>
              <a:ext cx="457200" cy="457200"/>
            </a:xfrm>
            <a:prstGeom prst="rtTriangle">
              <a:avLst/>
            </a:prstGeom>
            <a:solidFill>
              <a:schemeClr val="bg2">
                <a:lumMod val="50000"/>
              </a:schemeClr>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28600" tIns="228600" rIns="228600" bIns="228600" numCol="1" spcCol="0" rtlCol="0" fromWordArt="0" anchor="t" anchorCtr="0" forceAA="0" compatLnSpc="1">
              <a:prstTxWarp prst="textNoShape">
                <a:avLst/>
              </a:prstTxWarp>
              <a:noAutofit/>
            </a:bodyPr>
            <a:lstStyle/>
            <a:p>
              <a:pPr algn="l">
                <a:spcAft>
                  <a:spcPts val="1200"/>
                </a:spcAft>
              </a:pPr>
              <a:endParaRPr lang="en-US" b="1" dirty="0"/>
            </a:p>
          </p:txBody>
        </p:sp>
        <p:sp>
          <p:nvSpPr>
            <p:cNvPr id="45" name="TextBox 44">
              <a:extLst>
                <a:ext uri="{FF2B5EF4-FFF2-40B4-BE49-F238E27FC236}">
                  <a16:creationId xmlns:a16="http://schemas.microsoft.com/office/drawing/2014/main" id="{EFBE33D2-5496-F24D-B152-27128E16C969}"/>
                </a:ext>
              </a:extLst>
            </p:cNvPr>
            <p:cNvSpPr txBox="1"/>
            <p:nvPr/>
          </p:nvSpPr>
          <p:spPr>
            <a:xfrm>
              <a:off x="3932659" y="4674831"/>
              <a:ext cx="110608" cy="246221"/>
            </a:xfrm>
            <a:prstGeom prst="rect">
              <a:avLst/>
            </a:prstGeom>
            <a:noFill/>
          </p:spPr>
          <p:txBody>
            <a:bodyPr wrap="none" lIns="0" tIns="0" rIns="0" bIns="0" rtlCol="0">
              <a:spAutoFit/>
            </a:bodyPr>
            <a:lstStyle/>
            <a:p>
              <a:pPr algn="l">
                <a:spcAft>
                  <a:spcPts val="1800"/>
                </a:spcAft>
              </a:pPr>
              <a:r>
                <a:rPr lang="en-US" sz="1600" b="1" dirty="0">
                  <a:solidFill>
                    <a:schemeClr val="bg1"/>
                  </a:solidFill>
                  <a:latin typeface="IBM Plex Sans Condensed" panose="020B0506050203000203" pitchFamily="34" charset="77"/>
                </a:rPr>
                <a:t>8</a:t>
              </a:r>
            </a:p>
          </p:txBody>
        </p:sp>
      </p:grpSp>
      <p:grpSp>
        <p:nvGrpSpPr>
          <p:cNvPr id="46" name="Group 45">
            <a:extLst>
              <a:ext uri="{FF2B5EF4-FFF2-40B4-BE49-F238E27FC236}">
                <a16:creationId xmlns:a16="http://schemas.microsoft.com/office/drawing/2014/main" id="{0035048F-890E-3C47-81F6-B23CB53895B9}"/>
              </a:ext>
            </a:extLst>
          </p:cNvPr>
          <p:cNvGrpSpPr/>
          <p:nvPr/>
        </p:nvGrpSpPr>
        <p:grpSpPr>
          <a:xfrm>
            <a:off x="3886199" y="127566"/>
            <a:ext cx="457200" cy="457200"/>
            <a:chOff x="3886199" y="4648200"/>
            <a:chExt cx="457200" cy="457200"/>
          </a:xfrm>
        </p:grpSpPr>
        <p:sp>
          <p:nvSpPr>
            <p:cNvPr id="47" name="Right Triangle 46">
              <a:extLst>
                <a:ext uri="{FF2B5EF4-FFF2-40B4-BE49-F238E27FC236}">
                  <a16:creationId xmlns:a16="http://schemas.microsoft.com/office/drawing/2014/main" id="{B3C2DEEA-0761-6E4F-A4E6-9DD81385D7E5}"/>
                </a:ext>
              </a:extLst>
            </p:cNvPr>
            <p:cNvSpPr/>
            <p:nvPr/>
          </p:nvSpPr>
          <p:spPr>
            <a:xfrm rot="5400000">
              <a:off x="3886199" y="4648200"/>
              <a:ext cx="457200" cy="457200"/>
            </a:xfrm>
            <a:prstGeom prst="rtTriangle">
              <a:avLst/>
            </a:prstGeom>
            <a:solidFill>
              <a:schemeClr val="accent2">
                <a:lumMod val="60000"/>
                <a:lumOff val="40000"/>
              </a:schemeClr>
            </a:solidFill>
            <a:ln w="190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28600" tIns="228600" rIns="228600" bIns="228600" numCol="1" spcCol="0" rtlCol="0" fromWordArt="0" anchor="t" anchorCtr="0" forceAA="0" compatLnSpc="1">
              <a:prstTxWarp prst="textNoShape">
                <a:avLst/>
              </a:prstTxWarp>
              <a:noAutofit/>
            </a:bodyPr>
            <a:lstStyle/>
            <a:p>
              <a:pPr algn="l">
                <a:spcAft>
                  <a:spcPts val="1200"/>
                </a:spcAft>
              </a:pPr>
              <a:endParaRPr lang="en-US" b="1" dirty="0"/>
            </a:p>
          </p:txBody>
        </p:sp>
        <p:sp>
          <p:nvSpPr>
            <p:cNvPr id="48" name="TextBox 47">
              <a:extLst>
                <a:ext uri="{FF2B5EF4-FFF2-40B4-BE49-F238E27FC236}">
                  <a16:creationId xmlns:a16="http://schemas.microsoft.com/office/drawing/2014/main" id="{49D8FF60-1BBD-D449-879F-EDCD527E4284}"/>
                </a:ext>
              </a:extLst>
            </p:cNvPr>
            <p:cNvSpPr txBox="1"/>
            <p:nvPr/>
          </p:nvSpPr>
          <p:spPr>
            <a:xfrm>
              <a:off x="3932659" y="4674831"/>
              <a:ext cx="110608" cy="246221"/>
            </a:xfrm>
            <a:prstGeom prst="rect">
              <a:avLst/>
            </a:prstGeom>
            <a:noFill/>
          </p:spPr>
          <p:txBody>
            <a:bodyPr wrap="none" lIns="0" tIns="0" rIns="0" bIns="0" rtlCol="0">
              <a:spAutoFit/>
            </a:bodyPr>
            <a:lstStyle/>
            <a:p>
              <a:pPr algn="l">
                <a:spcAft>
                  <a:spcPts val="1800"/>
                </a:spcAft>
              </a:pPr>
              <a:r>
                <a:rPr lang="en-US" sz="1600" b="1" dirty="0">
                  <a:solidFill>
                    <a:schemeClr val="bg1"/>
                  </a:solidFill>
                  <a:latin typeface="IBM Plex Sans Condensed" panose="020B0506050203000203" pitchFamily="34" charset="77"/>
                </a:rPr>
                <a:t>6</a:t>
              </a:r>
            </a:p>
          </p:txBody>
        </p:sp>
      </p:grpSp>
      <p:sp>
        <p:nvSpPr>
          <p:cNvPr id="49" name="Right Arrow 48">
            <a:extLst>
              <a:ext uri="{FF2B5EF4-FFF2-40B4-BE49-F238E27FC236}">
                <a16:creationId xmlns:a16="http://schemas.microsoft.com/office/drawing/2014/main" id="{4C6110C0-0EB3-D640-AE32-7B831AB06DEC}"/>
              </a:ext>
            </a:extLst>
          </p:cNvPr>
          <p:cNvSpPr/>
          <p:nvPr/>
        </p:nvSpPr>
        <p:spPr>
          <a:xfrm>
            <a:off x="6339698" y="5486400"/>
            <a:ext cx="457200" cy="533400"/>
          </a:xfrm>
          <a:prstGeom prst="rightArrow">
            <a:avLst/>
          </a:prstGeom>
          <a:solidFill>
            <a:schemeClr val="tx2"/>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28600" tIns="228600" rIns="228600" bIns="228600" numCol="1" spcCol="0" rtlCol="0" fromWordArt="0" anchor="t" anchorCtr="0" forceAA="0" compatLnSpc="1">
            <a:prstTxWarp prst="textNoShape">
              <a:avLst/>
            </a:prstTxWarp>
            <a:noAutofit/>
          </a:bodyPr>
          <a:lstStyle/>
          <a:p>
            <a:pPr algn="l">
              <a:spcAft>
                <a:spcPts val="1200"/>
              </a:spcAft>
            </a:pPr>
            <a:endParaRPr lang="en-US" b="1" dirty="0"/>
          </a:p>
        </p:txBody>
      </p:sp>
      <p:sp>
        <p:nvSpPr>
          <p:cNvPr id="50" name="Right Arrow 49">
            <a:extLst>
              <a:ext uri="{FF2B5EF4-FFF2-40B4-BE49-F238E27FC236}">
                <a16:creationId xmlns:a16="http://schemas.microsoft.com/office/drawing/2014/main" id="{A44CD8B2-BB33-4E4A-8E7B-7B0104702693}"/>
              </a:ext>
            </a:extLst>
          </p:cNvPr>
          <p:cNvSpPr/>
          <p:nvPr/>
        </p:nvSpPr>
        <p:spPr>
          <a:xfrm>
            <a:off x="9113569" y="5486400"/>
            <a:ext cx="457200" cy="533400"/>
          </a:xfrm>
          <a:prstGeom prst="rightArrow">
            <a:avLst/>
          </a:prstGeom>
          <a:solidFill>
            <a:schemeClr val="tx2"/>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28600" tIns="228600" rIns="228600" bIns="228600" numCol="1" spcCol="0" rtlCol="0" fromWordArt="0" anchor="t" anchorCtr="0" forceAA="0" compatLnSpc="1">
            <a:prstTxWarp prst="textNoShape">
              <a:avLst/>
            </a:prstTxWarp>
            <a:noAutofit/>
          </a:bodyPr>
          <a:lstStyle/>
          <a:p>
            <a:pPr algn="l">
              <a:spcAft>
                <a:spcPts val="1200"/>
              </a:spcAft>
            </a:pPr>
            <a:endParaRPr lang="en-US" b="1" dirty="0"/>
          </a:p>
        </p:txBody>
      </p:sp>
      <p:sp>
        <p:nvSpPr>
          <p:cNvPr id="51" name="Right Arrow 50">
            <a:extLst>
              <a:ext uri="{FF2B5EF4-FFF2-40B4-BE49-F238E27FC236}">
                <a16:creationId xmlns:a16="http://schemas.microsoft.com/office/drawing/2014/main" id="{2C941BA7-895D-5149-9196-2FCFA68E8DDA}"/>
              </a:ext>
            </a:extLst>
          </p:cNvPr>
          <p:cNvSpPr/>
          <p:nvPr/>
        </p:nvSpPr>
        <p:spPr>
          <a:xfrm rot="16200000">
            <a:off x="11427536" y="4307115"/>
            <a:ext cx="457200" cy="533400"/>
          </a:xfrm>
          <a:prstGeom prst="rightArrow">
            <a:avLst/>
          </a:prstGeom>
          <a:solidFill>
            <a:schemeClr val="tx2"/>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28600" tIns="228600" rIns="228600" bIns="228600" numCol="1" spcCol="0" rtlCol="0" fromWordArt="0" anchor="t" anchorCtr="0" forceAA="0" compatLnSpc="1">
            <a:prstTxWarp prst="textNoShape">
              <a:avLst/>
            </a:prstTxWarp>
            <a:noAutofit/>
          </a:bodyPr>
          <a:lstStyle/>
          <a:p>
            <a:pPr algn="l">
              <a:spcAft>
                <a:spcPts val="1200"/>
              </a:spcAft>
            </a:pPr>
            <a:endParaRPr lang="en-US" b="1" dirty="0"/>
          </a:p>
        </p:txBody>
      </p:sp>
      <p:sp>
        <p:nvSpPr>
          <p:cNvPr id="52" name="Right Arrow 51">
            <a:extLst>
              <a:ext uri="{FF2B5EF4-FFF2-40B4-BE49-F238E27FC236}">
                <a16:creationId xmlns:a16="http://schemas.microsoft.com/office/drawing/2014/main" id="{CA223D24-9A28-7146-B753-CA71C6B339FF}"/>
              </a:ext>
            </a:extLst>
          </p:cNvPr>
          <p:cNvSpPr/>
          <p:nvPr/>
        </p:nvSpPr>
        <p:spPr>
          <a:xfrm flipH="1">
            <a:off x="6276393" y="3185361"/>
            <a:ext cx="457200" cy="533400"/>
          </a:xfrm>
          <a:prstGeom prst="rightArrow">
            <a:avLst/>
          </a:prstGeom>
          <a:solidFill>
            <a:schemeClr val="tx2"/>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28600" tIns="228600" rIns="228600" bIns="228600" numCol="1" spcCol="0" rtlCol="0" fromWordArt="0" anchor="t" anchorCtr="0" forceAA="0" compatLnSpc="1">
            <a:prstTxWarp prst="textNoShape">
              <a:avLst/>
            </a:prstTxWarp>
            <a:noAutofit/>
          </a:bodyPr>
          <a:lstStyle/>
          <a:p>
            <a:pPr algn="l">
              <a:spcAft>
                <a:spcPts val="1200"/>
              </a:spcAft>
            </a:pPr>
            <a:endParaRPr lang="en-US" b="1" dirty="0"/>
          </a:p>
        </p:txBody>
      </p:sp>
      <p:sp>
        <p:nvSpPr>
          <p:cNvPr id="53" name="Right Arrow 52">
            <a:extLst>
              <a:ext uri="{FF2B5EF4-FFF2-40B4-BE49-F238E27FC236}">
                <a16:creationId xmlns:a16="http://schemas.microsoft.com/office/drawing/2014/main" id="{FFA7BE92-F2C8-9D4E-854A-448E70EFA42E}"/>
              </a:ext>
            </a:extLst>
          </p:cNvPr>
          <p:cNvSpPr/>
          <p:nvPr/>
        </p:nvSpPr>
        <p:spPr>
          <a:xfrm flipH="1">
            <a:off x="9050264" y="3185361"/>
            <a:ext cx="457200" cy="533400"/>
          </a:xfrm>
          <a:prstGeom prst="rightArrow">
            <a:avLst/>
          </a:prstGeom>
          <a:solidFill>
            <a:schemeClr val="tx2"/>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28600" tIns="228600" rIns="228600" bIns="228600" numCol="1" spcCol="0" rtlCol="0" fromWordArt="0" anchor="t" anchorCtr="0" forceAA="0" compatLnSpc="1">
            <a:prstTxWarp prst="textNoShape">
              <a:avLst/>
            </a:prstTxWarp>
            <a:noAutofit/>
          </a:bodyPr>
          <a:lstStyle/>
          <a:p>
            <a:pPr algn="l">
              <a:spcAft>
                <a:spcPts val="1200"/>
              </a:spcAft>
            </a:pPr>
            <a:endParaRPr lang="en-US" b="1" dirty="0"/>
          </a:p>
        </p:txBody>
      </p:sp>
      <p:sp>
        <p:nvSpPr>
          <p:cNvPr id="54" name="Right Arrow 53">
            <a:extLst>
              <a:ext uri="{FF2B5EF4-FFF2-40B4-BE49-F238E27FC236}">
                <a16:creationId xmlns:a16="http://schemas.microsoft.com/office/drawing/2014/main" id="{040C10C3-C24C-F34E-9FF7-D267F6155980}"/>
              </a:ext>
            </a:extLst>
          </p:cNvPr>
          <p:cNvSpPr/>
          <p:nvPr/>
        </p:nvSpPr>
        <p:spPr>
          <a:xfrm>
            <a:off x="6339698" y="922421"/>
            <a:ext cx="457200" cy="533400"/>
          </a:xfrm>
          <a:prstGeom prst="rightArrow">
            <a:avLst/>
          </a:prstGeom>
          <a:solidFill>
            <a:schemeClr val="tx2"/>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28600" tIns="228600" rIns="228600" bIns="228600" numCol="1" spcCol="0" rtlCol="0" fromWordArt="0" anchor="t" anchorCtr="0" forceAA="0" compatLnSpc="1">
            <a:prstTxWarp prst="textNoShape">
              <a:avLst/>
            </a:prstTxWarp>
            <a:noAutofit/>
          </a:bodyPr>
          <a:lstStyle/>
          <a:p>
            <a:pPr algn="l">
              <a:spcAft>
                <a:spcPts val="1200"/>
              </a:spcAft>
            </a:pPr>
            <a:endParaRPr lang="en-US" b="1" dirty="0"/>
          </a:p>
        </p:txBody>
      </p:sp>
      <p:sp>
        <p:nvSpPr>
          <p:cNvPr id="55" name="Right Arrow 54">
            <a:extLst>
              <a:ext uri="{FF2B5EF4-FFF2-40B4-BE49-F238E27FC236}">
                <a16:creationId xmlns:a16="http://schemas.microsoft.com/office/drawing/2014/main" id="{438CC6EB-70DB-5C4A-BF11-94381FF32CD9}"/>
              </a:ext>
            </a:extLst>
          </p:cNvPr>
          <p:cNvSpPr/>
          <p:nvPr/>
        </p:nvSpPr>
        <p:spPr>
          <a:xfrm>
            <a:off x="9113569" y="922421"/>
            <a:ext cx="457200" cy="533400"/>
          </a:xfrm>
          <a:prstGeom prst="rightArrow">
            <a:avLst/>
          </a:prstGeom>
          <a:solidFill>
            <a:schemeClr val="tx2"/>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28600" tIns="228600" rIns="228600" bIns="228600" numCol="1" spcCol="0" rtlCol="0" fromWordArt="0" anchor="t" anchorCtr="0" forceAA="0" compatLnSpc="1">
            <a:prstTxWarp prst="textNoShape">
              <a:avLst/>
            </a:prstTxWarp>
            <a:noAutofit/>
          </a:bodyPr>
          <a:lstStyle/>
          <a:p>
            <a:pPr algn="l">
              <a:spcAft>
                <a:spcPts val="1200"/>
              </a:spcAft>
            </a:pPr>
            <a:endParaRPr lang="en-US" b="1" dirty="0"/>
          </a:p>
        </p:txBody>
      </p:sp>
      <p:sp>
        <p:nvSpPr>
          <p:cNvPr id="57" name="Rectangle 56">
            <a:extLst>
              <a:ext uri="{FF2B5EF4-FFF2-40B4-BE49-F238E27FC236}">
                <a16:creationId xmlns:a16="http://schemas.microsoft.com/office/drawing/2014/main" id="{2ACD78F8-9803-6F48-A35B-EF6850718AE5}"/>
              </a:ext>
            </a:extLst>
          </p:cNvPr>
          <p:cNvSpPr/>
          <p:nvPr/>
        </p:nvSpPr>
        <p:spPr>
          <a:xfrm>
            <a:off x="4152901" y="3548893"/>
            <a:ext cx="1981199" cy="685800"/>
          </a:xfrm>
          <a:prstGeom prst="rect">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28600" tIns="228600" rIns="228600" bIns="228600" numCol="1" spcCol="0" rtlCol="0" fromWordArt="0" anchor="ctr" anchorCtr="0" forceAA="0" compatLnSpc="1">
            <a:prstTxWarp prst="textNoShape">
              <a:avLst/>
            </a:prstTxWarp>
            <a:noAutofit/>
          </a:bodyPr>
          <a:lstStyle/>
          <a:p>
            <a:pPr>
              <a:spcAft>
                <a:spcPts val="1200"/>
              </a:spcAft>
            </a:pPr>
            <a:r>
              <a:rPr lang="en-US" sz="1100" dirty="0">
                <a:solidFill>
                  <a:schemeClr val="tx1"/>
                </a:solidFill>
              </a:rPr>
              <a:t>Join and participate in the product community site</a:t>
            </a:r>
          </a:p>
        </p:txBody>
      </p:sp>
      <p:sp>
        <p:nvSpPr>
          <p:cNvPr id="59" name="Rectangle 58">
            <a:extLst>
              <a:ext uri="{FF2B5EF4-FFF2-40B4-BE49-F238E27FC236}">
                <a16:creationId xmlns:a16="http://schemas.microsoft.com/office/drawing/2014/main" id="{2F097CF4-56F1-1448-B7F6-EEC8BE18548C}"/>
              </a:ext>
            </a:extLst>
          </p:cNvPr>
          <p:cNvSpPr/>
          <p:nvPr/>
        </p:nvSpPr>
        <p:spPr>
          <a:xfrm>
            <a:off x="4152901" y="2560850"/>
            <a:ext cx="1981199" cy="685800"/>
          </a:xfrm>
          <a:prstGeom prst="rect">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28600" tIns="228600" rIns="228600" bIns="228600" numCol="1" spcCol="0" rtlCol="0" fromWordArt="0" anchor="ctr" anchorCtr="0" forceAA="0" compatLnSpc="1">
            <a:prstTxWarp prst="textNoShape">
              <a:avLst/>
            </a:prstTxWarp>
            <a:noAutofit/>
          </a:bodyPr>
          <a:lstStyle/>
          <a:p>
            <a:pPr algn="l">
              <a:spcAft>
                <a:spcPts val="1200"/>
              </a:spcAft>
            </a:pPr>
            <a:r>
              <a:rPr lang="en-US" sz="1100" dirty="0">
                <a:solidFill>
                  <a:schemeClr val="tx1"/>
                </a:solidFill>
              </a:rPr>
              <a:t>Drive the purchase services</a:t>
            </a:r>
          </a:p>
        </p:txBody>
      </p:sp>
      <p:sp>
        <p:nvSpPr>
          <p:cNvPr id="60" name="Rectangle 59">
            <a:extLst>
              <a:ext uri="{FF2B5EF4-FFF2-40B4-BE49-F238E27FC236}">
                <a16:creationId xmlns:a16="http://schemas.microsoft.com/office/drawing/2014/main" id="{563753EF-6F97-5943-AEEB-DB24B563AAA7}"/>
              </a:ext>
            </a:extLst>
          </p:cNvPr>
          <p:cNvSpPr/>
          <p:nvPr/>
        </p:nvSpPr>
        <p:spPr>
          <a:xfrm>
            <a:off x="4152901" y="584766"/>
            <a:ext cx="1981199" cy="685800"/>
          </a:xfrm>
          <a:prstGeom prst="rect">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28600" tIns="228600" rIns="228600" bIns="228600" numCol="1" spcCol="0" rtlCol="0" fromWordArt="0" anchor="ctr" anchorCtr="0" forceAA="0" compatLnSpc="1">
            <a:prstTxWarp prst="textNoShape">
              <a:avLst/>
            </a:prstTxWarp>
            <a:noAutofit/>
          </a:bodyPr>
          <a:lstStyle/>
          <a:p>
            <a:pPr>
              <a:spcAft>
                <a:spcPts val="1200"/>
              </a:spcAft>
            </a:pPr>
            <a:r>
              <a:rPr lang="en-US" sz="1100" dirty="0">
                <a:solidFill>
                  <a:schemeClr val="tx1"/>
                </a:solidFill>
              </a:rPr>
              <a:t>Adopt product to complement dynamic workload requirements</a:t>
            </a:r>
          </a:p>
        </p:txBody>
      </p:sp>
      <p:sp>
        <p:nvSpPr>
          <p:cNvPr id="61" name="Rectangle 60">
            <a:extLst>
              <a:ext uri="{FF2B5EF4-FFF2-40B4-BE49-F238E27FC236}">
                <a16:creationId xmlns:a16="http://schemas.microsoft.com/office/drawing/2014/main" id="{153E2F52-553A-D440-B302-0BEADBB1EF01}"/>
              </a:ext>
            </a:extLst>
          </p:cNvPr>
          <p:cNvSpPr/>
          <p:nvPr/>
        </p:nvSpPr>
        <p:spPr>
          <a:xfrm>
            <a:off x="4152901" y="1572808"/>
            <a:ext cx="1981199" cy="685800"/>
          </a:xfrm>
          <a:prstGeom prst="rect">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28600" tIns="228600" rIns="228600" bIns="228600" numCol="1" spcCol="0" rtlCol="0" fromWordArt="0" anchor="ctr" anchorCtr="0" forceAA="0" compatLnSpc="1">
            <a:prstTxWarp prst="textNoShape">
              <a:avLst/>
            </a:prstTxWarp>
            <a:noAutofit/>
          </a:bodyPr>
          <a:lstStyle/>
          <a:p>
            <a:pPr>
              <a:spcAft>
                <a:spcPts val="1200"/>
              </a:spcAft>
            </a:pPr>
            <a:r>
              <a:rPr lang="en-US" sz="1100" dirty="0">
                <a:solidFill>
                  <a:schemeClr val="tx1"/>
                </a:solidFill>
              </a:rPr>
              <a:t>Drive the purchase of complementary offerings</a:t>
            </a:r>
          </a:p>
        </p:txBody>
      </p:sp>
      <p:cxnSp>
        <p:nvCxnSpPr>
          <p:cNvPr id="66" name="Straight Arrow Connector 65">
            <a:extLst>
              <a:ext uri="{FF2B5EF4-FFF2-40B4-BE49-F238E27FC236}">
                <a16:creationId xmlns:a16="http://schemas.microsoft.com/office/drawing/2014/main" id="{EA65C103-E0B1-3A43-BE43-F0C1B1DEC695}"/>
              </a:ext>
            </a:extLst>
          </p:cNvPr>
          <p:cNvCxnSpPr>
            <a:cxnSpLocks/>
            <a:stCxn id="57" idx="0"/>
            <a:endCxn id="59" idx="2"/>
          </p:cNvCxnSpPr>
          <p:nvPr/>
        </p:nvCxnSpPr>
        <p:spPr>
          <a:xfrm flipV="1">
            <a:off x="5143501" y="3246650"/>
            <a:ext cx="0" cy="302243"/>
          </a:xfrm>
          <a:prstGeom prst="straightConnector1">
            <a:avLst/>
          </a:prstGeom>
          <a:ln w="28575">
            <a:solidFill>
              <a:schemeClr val="tx2"/>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69" name="Straight Arrow Connector 68">
            <a:extLst>
              <a:ext uri="{FF2B5EF4-FFF2-40B4-BE49-F238E27FC236}">
                <a16:creationId xmlns:a16="http://schemas.microsoft.com/office/drawing/2014/main" id="{725034D8-B96D-E840-A84C-9E7635C45055}"/>
              </a:ext>
            </a:extLst>
          </p:cNvPr>
          <p:cNvCxnSpPr>
            <a:cxnSpLocks/>
            <a:stCxn id="59" idx="0"/>
            <a:endCxn id="61" idx="2"/>
          </p:cNvCxnSpPr>
          <p:nvPr/>
        </p:nvCxnSpPr>
        <p:spPr>
          <a:xfrm flipV="1">
            <a:off x="5143501" y="2258608"/>
            <a:ext cx="0" cy="302242"/>
          </a:xfrm>
          <a:prstGeom prst="straightConnector1">
            <a:avLst/>
          </a:prstGeom>
          <a:ln w="28575">
            <a:solidFill>
              <a:schemeClr val="tx2"/>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72" name="Straight Arrow Connector 71">
            <a:extLst>
              <a:ext uri="{FF2B5EF4-FFF2-40B4-BE49-F238E27FC236}">
                <a16:creationId xmlns:a16="http://schemas.microsoft.com/office/drawing/2014/main" id="{AEA81763-762A-3B49-9E5E-A450ACB56743}"/>
              </a:ext>
            </a:extLst>
          </p:cNvPr>
          <p:cNvCxnSpPr>
            <a:cxnSpLocks/>
            <a:stCxn id="61" idx="0"/>
            <a:endCxn id="60" idx="2"/>
          </p:cNvCxnSpPr>
          <p:nvPr/>
        </p:nvCxnSpPr>
        <p:spPr>
          <a:xfrm flipV="1">
            <a:off x="5143501" y="1270566"/>
            <a:ext cx="0" cy="302242"/>
          </a:xfrm>
          <a:prstGeom prst="straightConnector1">
            <a:avLst/>
          </a:prstGeom>
          <a:ln w="28575">
            <a:solidFill>
              <a:schemeClr val="tx2"/>
            </a:solidFill>
            <a:tailEnd type="triangl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933387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7A614724-3859-5A49-8690-1B7B35826239}"/>
              </a:ext>
            </a:extLst>
          </p:cNvPr>
          <p:cNvSpPr/>
          <p:nvPr/>
        </p:nvSpPr>
        <p:spPr bwMode="auto">
          <a:xfrm>
            <a:off x="2214872" y="5902940"/>
            <a:ext cx="1584955" cy="839171"/>
          </a:xfrm>
          <a:prstGeom prst="rect">
            <a:avLst/>
          </a:prstGeom>
          <a:noFill/>
          <a:ln w="12700">
            <a:solidFill>
              <a:schemeClr val="tx1">
                <a:lumMod val="10000"/>
                <a:lumOff val="90000"/>
              </a:schemeClr>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8000" tIns="48000" rIns="48000" bIns="48000" numCol="1" rtlCol="0" anchor="t" anchorCtr="0" compatLnSpc="1">
            <a:prstTxWarp prst="textNoShape">
              <a:avLst/>
            </a:prstTxWarp>
          </a:bodyPr>
          <a:lstStyle/>
          <a:p>
            <a:pPr marL="158747" indent="-158747" defTabSz="1219170" fontAlgn="base">
              <a:lnSpc>
                <a:spcPct val="90000"/>
              </a:lnSpc>
              <a:spcBef>
                <a:spcPct val="0"/>
              </a:spcBef>
              <a:spcAft>
                <a:spcPct val="0"/>
              </a:spcAft>
              <a:buFont typeface="+mj-lt"/>
              <a:buAutoNum type="arabicPeriod"/>
            </a:pPr>
            <a:r>
              <a:rPr lang="en-US" sz="1067" dirty="0">
                <a:solidFill>
                  <a:schemeClr val="bg1"/>
                </a:solidFill>
                <a:latin typeface="IBM Plex Sans" panose="020B0503050203000203" pitchFamily="34" charset="0"/>
              </a:rPr>
              <a:t>Working w/ Unknown</a:t>
            </a:r>
          </a:p>
          <a:p>
            <a:pPr marL="158747" indent="-158747" defTabSz="1219170" fontAlgn="base">
              <a:lnSpc>
                <a:spcPct val="90000"/>
              </a:lnSpc>
              <a:spcBef>
                <a:spcPct val="0"/>
              </a:spcBef>
              <a:spcAft>
                <a:spcPct val="0"/>
              </a:spcAft>
              <a:buFont typeface="+mj-lt"/>
              <a:buAutoNum type="arabicPeriod"/>
            </a:pPr>
            <a:r>
              <a:rPr lang="en-US" sz="1067" dirty="0">
                <a:solidFill>
                  <a:schemeClr val="bg1"/>
                </a:solidFill>
                <a:latin typeface="IBM Plex Sans" panose="020B0503050203000203" pitchFamily="34" charset="0"/>
              </a:rPr>
              <a:t>Current Systems</a:t>
            </a:r>
          </a:p>
          <a:p>
            <a:pPr marL="158747" indent="-158747" defTabSz="1219170" fontAlgn="base">
              <a:lnSpc>
                <a:spcPct val="90000"/>
              </a:lnSpc>
              <a:spcBef>
                <a:spcPct val="0"/>
              </a:spcBef>
              <a:spcAft>
                <a:spcPct val="0"/>
              </a:spcAft>
              <a:buFont typeface="+mj-lt"/>
              <a:buAutoNum type="arabicPeriod"/>
            </a:pPr>
            <a:r>
              <a:rPr lang="en-US" sz="1067" dirty="0">
                <a:solidFill>
                  <a:schemeClr val="bg1"/>
                </a:solidFill>
                <a:latin typeface="IBM Plex Sans" panose="020B0503050203000203" pitchFamily="34" charset="0"/>
              </a:rPr>
              <a:t>Solution Complexity</a:t>
            </a:r>
          </a:p>
          <a:p>
            <a:pPr defTabSz="1219170" fontAlgn="base">
              <a:lnSpc>
                <a:spcPct val="90000"/>
              </a:lnSpc>
              <a:spcBef>
                <a:spcPct val="0"/>
              </a:spcBef>
              <a:spcAft>
                <a:spcPct val="0"/>
              </a:spcAft>
            </a:pPr>
            <a:endParaRPr lang="en-US" sz="1067" dirty="0">
              <a:solidFill>
                <a:schemeClr val="bg1"/>
              </a:solidFill>
              <a:latin typeface="IBM Plex Sans" panose="020B0503050203000203" pitchFamily="34" charset="0"/>
            </a:endParaRPr>
          </a:p>
        </p:txBody>
      </p:sp>
      <p:sp>
        <p:nvSpPr>
          <p:cNvPr id="3" name="Title 3">
            <a:extLst>
              <a:ext uri="{FF2B5EF4-FFF2-40B4-BE49-F238E27FC236}">
                <a16:creationId xmlns:a16="http://schemas.microsoft.com/office/drawing/2014/main" id="{7CABAC0E-0221-1141-A6E8-36355B0471AE}"/>
              </a:ext>
            </a:extLst>
          </p:cNvPr>
          <p:cNvSpPr txBox="1">
            <a:spLocks/>
          </p:cNvSpPr>
          <p:nvPr/>
        </p:nvSpPr>
        <p:spPr>
          <a:xfrm>
            <a:off x="123688" y="115888"/>
            <a:ext cx="12068313" cy="484877"/>
          </a:xfrm>
          <a:prstGeom prst="rect">
            <a:avLst/>
          </a:prstGeom>
        </p:spPr>
        <p:txBody>
          <a:bodyPr vert="horz" lIns="0" tIns="0" rIns="0" bIns="0" rtlCol="0" anchor="t">
            <a:noAutofit/>
          </a:bodyPr>
          <a:lstStyle>
            <a:lvl1pPr algn="l" rtl="0" eaLnBrk="1" fontAlgn="base" hangingPunct="1">
              <a:lnSpc>
                <a:spcPct val="90000"/>
              </a:lnSpc>
              <a:spcBef>
                <a:spcPct val="0"/>
              </a:spcBef>
              <a:spcAft>
                <a:spcPct val="0"/>
              </a:spcAft>
              <a:defRPr sz="2400" b="0">
                <a:solidFill>
                  <a:schemeClr val="tx1"/>
                </a:solidFill>
                <a:latin typeface="IBM Plex Sans" panose="020B0503050203000203" pitchFamily="34" charset="0"/>
                <a:ea typeface="IBM Plex Sans" panose="020B0503050203000203" pitchFamily="34" charset="0"/>
                <a:cs typeface="IBM Plex Sans" panose="020B0503050203000203" pitchFamily="34" charset="0"/>
              </a:defRPr>
            </a:lvl1pPr>
            <a:lvl2pPr algn="l" rtl="0" eaLnBrk="1" fontAlgn="base" hangingPunct="1">
              <a:lnSpc>
                <a:spcPct val="90000"/>
              </a:lnSpc>
              <a:spcBef>
                <a:spcPct val="0"/>
              </a:spcBef>
              <a:spcAft>
                <a:spcPct val="0"/>
              </a:spcAft>
              <a:defRPr sz="2220">
                <a:solidFill>
                  <a:srgbClr val="191919"/>
                </a:solidFill>
                <a:latin typeface="IBM Plex Sans" pitchFamily="34" charset="0"/>
              </a:defRPr>
            </a:lvl2pPr>
            <a:lvl3pPr algn="l" rtl="0" eaLnBrk="1" fontAlgn="base" hangingPunct="1">
              <a:lnSpc>
                <a:spcPct val="90000"/>
              </a:lnSpc>
              <a:spcBef>
                <a:spcPct val="0"/>
              </a:spcBef>
              <a:spcAft>
                <a:spcPct val="0"/>
              </a:spcAft>
              <a:defRPr sz="2220">
                <a:solidFill>
                  <a:srgbClr val="191919"/>
                </a:solidFill>
                <a:latin typeface="IBM Plex Sans" pitchFamily="34" charset="0"/>
              </a:defRPr>
            </a:lvl3pPr>
            <a:lvl4pPr algn="l" rtl="0" eaLnBrk="1" fontAlgn="base" hangingPunct="1">
              <a:lnSpc>
                <a:spcPct val="90000"/>
              </a:lnSpc>
              <a:spcBef>
                <a:spcPct val="0"/>
              </a:spcBef>
              <a:spcAft>
                <a:spcPct val="0"/>
              </a:spcAft>
              <a:defRPr sz="2220">
                <a:solidFill>
                  <a:srgbClr val="191919"/>
                </a:solidFill>
                <a:latin typeface="IBM Plex Sans" pitchFamily="34" charset="0"/>
              </a:defRPr>
            </a:lvl4pPr>
            <a:lvl5pPr algn="l" rtl="0" eaLnBrk="1" fontAlgn="base" hangingPunct="1">
              <a:lnSpc>
                <a:spcPct val="90000"/>
              </a:lnSpc>
              <a:spcBef>
                <a:spcPct val="0"/>
              </a:spcBef>
              <a:spcAft>
                <a:spcPct val="0"/>
              </a:spcAft>
              <a:defRPr sz="2220">
                <a:solidFill>
                  <a:srgbClr val="191919"/>
                </a:solidFill>
                <a:latin typeface="IBM Plex Sans" pitchFamily="34" charset="0"/>
              </a:defRPr>
            </a:lvl5pPr>
            <a:lvl6pPr marL="362568" algn="l" rtl="0" eaLnBrk="1" fontAlgn="base" hangingPunct="1">
              <a:lnSpc>
                <a:spcPct val="90000"/>
              </a:lnSpc>
              <a:spcBef>
                <a:spcPct val="0"/>
              </a:spcBef>
              <a:spcAft>
                <a:spcPct val="0"/>
              </a:spcAft>
              <a:defRPr sz="2220">
                <a:solidFill>
                  <a:srgbClr val="191919"/>
                </a:solidFill>
                <a:latin typeface="IBM Plex Sans" pitchFamily="34" charset="0"/>
              </a:defRPr>
            </a:lvl6pPr>
            <a:lvl7pPr marL="725139" algn="l" rtl="0" eaLnBrk="1" fontAlgn="base" hangingPunct="1">
              <a:lnSpc>
                <a:spcPct val="90000"/>
              </a:lnSpc>
              <a:spcBef>
                <a:spcPct val="0"/>
              </a:spcBef>
              <a:spcAft>
                <a:spcPct val="0"/>
              </a:spcAft>
              <a:defRPr sz="2220">
                <a:solidFill>
                  <a:srgbClr val="191919"/>
                </a:solidFill>
                <a:latin typeface="IBM Plex Sans" pitchFamily="34" charset="0"/>
              </a:defRPr>
            </a:lvl7pPr>
            <a:lvl8pPr marL="1087707" algn="l" rtl="0" eaLnBrk="1" fontAlgn="base" hangingPunct="1">
              <a:lnSpc>
                <a:spcPct val="90000"/>
              </a:lnSpc>
              <a:spcBef>
                <a:spcPct val="0"/>
              </a:spcBef>
              <a:spcAft>
                <a:spcPct val="0"/>
              </a:spcAft>
              <a:defRPr sz="2220">
                <a:solidFill>
                  <a:srgbClr val="191919"/>
                </a:solidFill>
                <a:latin typeface="IBM Plex Sans" pitchFamily="34" charset="0"/>
              </a:defRPr>
            </a:lvl8pPr>
            <a:lvl9pPr marL="1450276" algn="l" rtl="0" eaLnBrk="1" fontAlgn="base" hangingPunct="1">
              <a:lnSpc>
                <a:spcPct val="90000"/>
              </a:lnSpc>
              <a:spcBef>
                <a:spcPct val="0"/>
              </a:spcBef>
              <a:spcAft>
                <a:spcPct val="0"/>
              </a:spcAft>
              <a:defRPr sz="2220">
                <a:solidFill>
                  <a:srgbClr val="191919"/>
                </a:solidFill>
                <a:latin typeface="IBM Plex Sans" pitchFamily="34" charset="0"/>
              </a:defRPr>
            </a:lvl9pPr>
          </a:lstStyle>
          <a:p>
            <a:pPr defTabSz="1219170"/>
            <a:r>
              <a:rPr lang="en-US" sz="3200" kern="0" dirty="0">
                <a:solidFill>
                  <a:schemeClr val="bg1"/>
                </a:solidFill>
                <a:latin typeface="+mj-lt"/>
              </a:rPr>
              <a:t>IT Architect Buyer’s Engagement Journey Map</a:t>
            </a:r>
          </a:p>
        </p:txBody>
      </p:sp>
      <p:sp>
        <p:nvSpPr>
          <p:cNvPr id="2" name="Pentagon 1">
            <a:extLst>
              <a:ext uri="{FF2B5EF4-FFF2-40B4-BE49-F238E27FC236}">
                <a16:creationId xmlns:a16="http://schemas.microsoft.com/office/drawing/2014/main" id="{EA536D23-8E84-9D43-B2B2-9AACD6235563}"/>
              </a:ext>
            </a:extLst>
          </p:cNvPr>
          <p:cNvSpPr/>
          <p:nvPr/>
        </p:nvSpPr>
        <p:spPr bwMode="auto">
          <a:xfrm>
            <a:off x="93208" y="839303"/>
            <a:ext cx="2324873" cy="424071"/>
          </a:xfrm>
          <a:prstGeom prst="homePlate">
            <a:avLst/>
          </a:prstGeom>
          <a:noFill/>
          <a:ln w="12700">
            <a:solidFill>
              <a:schemeClr val="tx1">
                <a:lumMod val="10000"/>
                <a:lumOff val="90000"/>
              </a:schemeClr>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8000" tIns="48000" rIns="48000" bIns="48000" numCol="1" rtlCol="0" anchor="ctr" anchorCtr="0" compatLnSpc="1">
            <a:prstTxWarp prst="textNoShape">
              <a:avLst/>
            </a:prstTxWarp>
          </a:bodyPr>
          <a:lstStyle/>
          <a:p>
            <a:pPr defTabSz="1219170" fontAlgn="base">
              <a:lnSpc>
                <a:spcPct val="90000"/>
              </a:lnSpc>
              <a:spcBef>
                <a:spcPct val="0"/>
              </a:spcBef>
              <a:spcAft>
                <a:spcPct val="0"/>
              </a:spcAft>
            </a:pPr>
            <a:r>
              <a:rPr lang="en-US" sz="1600" b="1" dirty="0">
                <a:solidFill>
                  <a:schemeClr val="bg1"/>
                </a:solidFill>
                <a:latin typeface="IBM Plex Sans" panose="020B0503050203000203" pitchFamily="34" charset="0"/>
              </a:rPr>
              <a:t>Buying Phase</a:t>
            </a:r>
          </a:p>
        </p:txBody>
      </p:sp>
      <p:sp>
        <p:nvSpPr>
          <p:cNvPr id="4" name="Rectangle 3">
            <a:extLst>
              <a:ext uri="{FF2B5EF4-FFF2-40B4-BE49-F238E27FC236}">
                <a16:creationId xmlns:a16="http://schemas.microsoft.com/office/drawing/2014/main" id="{A1CB4264-D831-5E4E-B8BE-89F73FC4AA58}"/>
              </a:ext>
            </a:extLst>
          </p:cNvPr>
          <p:cNvSpPr/>
          <p:nvPr/>
        </p:nvSpPr>
        <p:spPr bwMode="auto">
          <a:xfrm rot="16200000">
            <a:off x="-627378" y="2408033"/>
            <a:ext cx="1741559" cy="300383"/>
          </a:xfrm>
          <a:prstGeom prst="rect">
            <a:avLst/>
          </a:prstGeom>
          <a:noFill/>
          <a:ln w="12700">
            <a:solidFill>
              <a:schemeClr val="tx1">
                <a:lumMod val="10000"/>
                <a:lumOff val="90000"/>
              </a:schemeClr>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8000" tIns="48000" rIns="48000" bIns="48000" numCol="1" rtlCol="0" anchor="t" anchorCtr="0" compatLnSpc="1">
            <a:prstTxWarp prst="textNoShape">
              <a:avLst/>
            </a:prstTxWarp>
          </a:bodyPr>
          <a:lstStyle/>
          <a:p>
            <a:pPr algn="ctr" defTabSz="1219170" fontAlgn="base">
              <a:lnSpc>
                <a:spcPct val="90000"/>
              </a:lnSpc>
              <a:spcBef>
                <a:spcPct val="0"/>
              </a:spcBef>
              <a:spcAft>
                <a:spcPct val="0"/>
              </a:spcAft>
            </a:pPr>
            <a:r>
              <a:rPr lang="en-US" sz="1467" b="1" dirty="0">
                <a:solidFill>
                  <a:schemeClr val="bg1"/>
                </a:solidFill>
                <a:latin typeface="IBM Plex Sans" panose="020B0503050203000203" pitchFamily="34" charset="0"/>
              </a:rPr>
              <a:t>Interaction</a:t>
            </a:r>
          </a:p>
        </p:txBody>
      </p:sp>
      <p:sp>
        <p:nvSpPr>
          <p:cNvPr id="6" name="Rectangle 5">
            <a:extLst>
              <a:ext uri="{FF2B5EF4-FFF2-40B4-BE49-F238E27FC236}">
                <a16:creationId xmlns:a16="http://schemas.microsoft.com/office/drawing/2014/main" id="{CEB6BF06-5E5F-934D-986A-625EB761BC4B}"/>
              </a:ext>
            </a:extLst>
          </p:cNvPr>
          <p:cNvSpPr/>
          <p:nvPr/>
        </p:nvSpPr>
        <p:spPr bwMode="auto">
          <a:xfrm>
            <a:off x="93207" y="1265571"/>
            <a:ext cx="2121675" cy="424071"/>
          </a:xfrm>
          <a:prstGeom prst="rect">
            <a:avLst/>
          </a:prstGeom>
          <a:noFill/>
          <a:ln w="12700">
            <a:solidFill>
              <a:schemeClr val="tx1">
                <a:lumMod val="10000"/>
                <a:lumOff val="90000"/>
              </a:schemeClr>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8000" tIns="48000" rIns="48000" bIns="48000" numCol="1" rtlCol="0" anchor="ctr" anchorCtr="0" compatLnSpc="1">
            <a:prstTxWarp prst="textNoShape">
              <a:avLst/>
            </a:prstTxWarp>
          </a:bodyPr>
          <a:lstStyle/>
          <a:p>
            <a:pPr defTabSz="1219170" fontAlgn="base">
              <a:lnSpc>
                <a:spcPct val="90000"/>
              </a:lnSpc>
              <a:spcBef>
                <a:spcPct val="0"/>
              </a:spcBef>
              <a:spcAft>
                <a:spcPct val="0"/>
              </a:spcAft>
            </a:pPr>
            <a:r>
              <a:rPr lang="en-US" sz="1467" dirty="0">
                <a:solidFill>
                  <a:schemeClr val="bg1"/>
                </a:solidFill>
                <a:latin typeface="IBM Plex Sans" panose="020B0503050203000203" pitchFamily="34" charset="0"/>
              </a:rPr>
              <a:t>Engagement Level</a:t>
            </a:r>
          </a:p>
        </p:txBody>
      </p:sp>
      <p:sp>
        <p:nvSpPr>
          <p:cNvPr id="7" name="Rectangle 6">
            <a:extLst>
              <a:ext uri="{FF2B5EF4-FFF2-40B4-BE49-F238E27FC236}">
                <a16:creationId xmlns:a16="http://schemas.microsoft.com/office/drawing/2014/main" id="{4FE70D27-A600-1D4A-97DB-50FA85E5A89F}"/>
              </a:ext>
            </a:extLst>
          </p:cNvPr>
          <p:cNvSpPr/>
          <p:nvPr/>
        </p:nvSpPr>
        <p:spPr bwMode="auto">
          <a:xfrm rot="16200000">
            <a:off x="-632900" y="4155106"/>
            <a:ext cx="1752597" cy="300383"/>
          </a:xfrm>
          <a:prstGeom prst="rect">
            <a:avLst/>
          </a:prstGeom>
          <a:noFill/>
          <a:ln w="12700">
            <a:solidFill>
              <a:schemeClr val="tx1">
                <a:lumMod val="10000"/>
                <a:lumOff val="90000"/>
              </a:schemeClr>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8000" tIns="48000" rIns="48000" bIns="48000" numCol="1" rtlCol="0" anchor="t" anchorCtr="0" compatLnSpc="1">
            <a:prstTxWarp prst="textNoShape">
              <a:avLst/>
            </a:prstTxWarp>
          </a:bodyPr>
          <a:lstStyle/>
          <a:p>
            <a:pPr algn="ctr" defTabSz="1219170" fontAlgn="base">
              <a:lnSpc>
                <a:spcPct val="90000"/>
              </a:lnSpc>
              <a:spcBef>
                <a:spcPct val="0"/>
              </a:spcBef>
              <a:spcAft>
                <a:spcPct val="0"/>
              </a:spcAft>
            </a:pPr>
            <a:r>
              <a:rPr lang="en-US" sz="1467" b="1" dirty="0">
                <a:solidFill>
                  <a:schemeClr val="bg1"/>
                </a:solidFill>
                <a:latin typeface="IBM Plex Sans" panose="020B0503050203000203" pitchFamily="34" charset="0"/>
              </a:rPr>
              <a:t>Touch Points</a:t>
            </a:r>
          </a:p>
        </p:txBody>
      </p:sp>
      <p:sp>
        <p:nvSpPr>
          <p:cNvPr id="8" name="Rectangle 7">
            <a:extLst>
              <a:ext uri="{FF2B5EF4-FFF2-40B4-BE49-F238E27FC236}">
                <a16:creationId xmlns:a16="http://schemas.microsoft.com/office/drawing/2014/main" id="{475A6BA6-619A-8946-98F1-548AF5717C48}"/>
              </a:ext>
            </a:extLst>
          </p:cNvPr>
          <p:cNvSpPr/>
          <p:nvPr/>
        </p:nvSpPr>
        <p:spPr bwMode="auto">
          <a:xfrm rot="16200000">
            <a:off x="-536859" y="5811661"/>
            <a:ext cx="1560515" cy="300383"/>
          </a:xfrm>
          <a:prstGeom prst="rect">
            <a:avLst/>
          </a:prstGeom>
          <a:noFill/>
          <a:ln w="12700">
            <a:solidFill>
              <a:schemeClr val="tx1">
                <a:lumMod val="10000"/>
                <a:lumOff val="90000"/>
              </a:schemeClr>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8000" tIns="48000" rIns="48000" bIns="48000" numCol="1" rtlCol="0" anchor="t" anchorCtr="0" compatLnSpc="1">
            <a:prstTxWarp prst="textNoShape">
              <a:avLst/>
            </a:prstTxWarp>
          </a:bodyPr>
          <a:lstStyle/>
          <a:p>
            <a:pPr algn="ctr" defTabSz="1219170" fontAlgn="base">
              <a:lnSpc>
                <a:spcPct val="90000"/>
              </a:lnSpc>
              <a:spcBef>
                <a:spcPct val="0"/>
              </a:spcBef>
              <a:spcAft>
                <a:spcPct val="0"/>
              </a:spcAft>
            </a:pPr>
            <a:r>
              <a:rPr lang="en-US" sz="1467" b="1" dirty="0">
                <a:solidFill>
                  <a:schemeClr val="bg1"/>
                </a:solidFill>
                <a:latin typeface="IBM Plex Sans" panose="020B0503050203000203" pitchFamily="34" charset="0"/>
              </a:rPr>
              <a:t>Emotions</a:t>
            </a:r>
          </a:p>
        </p:txBody>
      </p:sp>
      <p:sp>
        <p:nvSpPr>
          <p:cNvPr id="9" name="Rectangle 8">
            <a:extLst>
              <a:ext uri="{FF2B5EF4-FFF2-40B4-BE49-F238E27FC236}">
                <a16:creationId xmlns:a16="http://schemas.microsoft.com/office/drawing/2014/main" id="{F43A9B30-AF9D-C74A-98DA-D4ADC436773C}"/>
              </a:ext>
            </a:extLst>
          </p:cNvPr>
          <p:cNvSpPr/>
          <p:nvPr/>
        </p:nvSpPr>
        <p:spPr bwMode="auto">
          <a:xfrm>
            <a:off x="393591" y="1687441"/>
            <a:ext cx="1821291" cy="865632"/>
          </a:xfrm>
          <a:prstGeom prst="rect">
            <a:avLst/>
          </a:prstGeom>
          <a:noFill/>
          <a:ln w="12700">
            <a:solidFill>
              <a:schemeClr val="tx1">
                <a:lumMod val="10000"/>
                <a:lumOff val="90000"/>
              </a:schemeClr>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8000" tIns="48000" rIns="48000" bIns="48000" numCol="1" rtlCol="0" anchor="ctr" anchorCtr="0" compatLnSpc="1">
            <a:prstTxWarp prst="textNoShape">
              <a:avLst/>
            </a:prstTxWarp>
          </a:bodyPr>
          <a:lstStyle/>
          <a:p>
            <a:pPr defTabSz="1219170" fontAlgn="base">
              <a:lnSpc>
                <a:spcPct val="90000"/>
              </a:lnSpc>
              <a:spcBef>
                <a:spcPct val="0"/>
              </a:spcBef>
              <a:spcAft>
                <a:spcPct val="0"/>
              </a:spcAft>
            </a:pPr>
            <a:r>
              <a:rPr lang="en-US" sz="1467" dirty="0">
                <a:solidFill>
                  <a:schemeClr val="bg1"/>
                </a:solidFill>
                <a:latin typeface="IBM Plex Sans" panose="020B0503050203000203" pitchFamily="34" charset="0"/>
              </a:rPr>
              <a:t>Non-Human</a:t>
            </a:r>
          </a:p>
        </p:txBody>
      </p:sp>
      <p:sp>
        <p:nvSpPr>
          <p:cNvPr id="10" name="Rectangle 9">
            <a:extLst>
              <a:ext uri="{FF2B5EF4-FFF2-40B4-BE49-F238E27FC236}">
                <a16:creationId xmlns:a16="http://schemas.microsoft.com/office/drawing/2014/main" id="{5B0245EE-906B-0A40-8DA9-9B006ECA24A4}"/>
              </a:ext>
            </a:extLst>
          </p:cNvPr>
          <p:cNvSpPr/>
          <p:nvPr/>
        </p:nvSpPr>
        <p:spPr bwMode="auto">
          <a:xfrm>
            <a:off x="393591" y="2548284"/>
            <a:ext cx="1821291" cy="890016"/>
          </a:xfrm>
          <a:prstGeom prst="rect">
            <a:avLst/>
          </a:prstGeom>
          <a:noFill/>
          <a:ln w="12700">
            <a:solidFill>
              <a:schemeClr val="tx1">
                <a:lumMod val="10000"/>
                <a:lumOff val="90000"/>
              </a:schemeClr>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8000" tIns="48000" rIns="48000" bIns="48000" numCol="1" rtlCol="0" anchor="ctr" anchorCtr="0" compatLnSpc="1">
            <a:prstTxWarp prst="textNoShape">
              <a:avLst/>
            </a:prstTxWarp>
          </a:bodyPr>
          <a:lstStyle/>
          <a:p>
            <a:pPr defTabSz="1219170" fontAlgn="base">
              <a:lnSpc>
                <a:spcPct val="90000"/>
              </a:lnSpc>
              <a:spcBef>
                <a:spcPct val="0"/>
              </a:spcBef>
              <a:spcAft>
                <a:spcPct val="0"/>
              </a:spcAft>
            </a:pPr>
            <a:r>
              <a:rPr lang="en-US" sz="1467" dirty="0">
                <a:solidFill>
                  <a:schemeClr val="bg1"/>
                </a:solidFill>
                <a:latin typeface="IBM Plex Sans" panose="020B0503050203000203" pitchFamily="34" charset="0"/>
              </a:rPr>
              <a:t>Human</a:t>
            </a:r>
          </a:p>
        </p:txBody>
      </p:sp>
      <p:sp>
        <p:nvSpPr>
          <p:cNvPr id="11" name="Rectangle 10">
            <a:extLst>
              <a:ext uri="{FF2B5EF4-FFF2-40B4-BE49-F238E27FC236}">
                <a16:creationId xmlns:a16="http://schemas.microsoft.com/office/drawing/2014/main" id="{AC5E59D5-D82C-6E41-B70B-58FEB62B3A62}"/>
              </a:ext>
            </a:extLst>
          </p:cNvPr>
          <p:cNvSpPr/>
          <p:nvPr/>
        </p:nvSpPr>
        <p:spPr bwMode="auto">
          <a:xfrm>
            <a:off x="393591" y="3438144"/>
            <a:ext cx="1821291" cy="855872"/>
          </a:xfrm>
          <a:prstGeom prst="rect">
            <a:avLst/>
          </a:prstGeom>
          <a:noFill/>
          <a:ln w="12700">
            <a:solidFill>
              <a:schemeClr val="tx1">
                <a:lumMod val="10000"/>
                <a:lumOff val="90000"/>
              </a:schemeClr>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8000" tIns="48000" rIns="48000" bIns="48000" numCol="1" rtlCol="0" anchor="ctr" anchorCtr="0" compatLnSpc="1">
            <a:prstTxWarp prst="textNoShape">
              <a:avLst/>
            </a:prstTxWarp>
          </a:bodyPr>
          <a:lstStyle/>
          <a:p>
            <a:pPr defTabSz="1219170" fontAlgn="base">
              <a:lnSpc>
                <a:spcPct val="90000"/>
              </a:lnSpc>
              <a:spcBef>
                <a:spcPct val="0"/>
              </a:spcBef>
              <a:spcAft>
                <a:spcPct val="0"/>
              </a:spcAft>
            </a:pPr>
            <a:r>
              <a:rPr lang="en-US" sz="1467" dirty="0">
                <a:solidFill>
                  <a:schemeClr val="bg1"/>
                </a:solidFill>
                <a:latin typeface="IBM Plex Sans" panose="020B0503050203000203" pitchFamily="34" charset="0"/>
              </a:rPr>
              <a:t>Asset Type</a:t>
            </a:r>
          </a:p>
        </p:txBody>
      </p:sp>
      <p:sp>
        <p:nvSpPr>
          <p:cNvPr id="12" name="Rectangle 11">
            <a:extLst>
              <a:ext uri="{FF2B5EF4-FFF2-40B4-BE49-F238E27FC236}">
                <a16:creationId xmlns:a16="http://schemas.microsoft.com/office/drawing/2014/main" id="{8FE92783-EBB4-1E4B-89B6-8DBB9B5B7A5C}"/>
              </a:ext>
            </a:extLst>
          </p:cNvPr>
          <p:cNvSpPr/>
          <p:nvPr/>
        </p:nvSpPr>
        <p:spPr bwMode="auto">
          <a:xfrm>
            <a:off x="393591" y="4294015"/>
            <a:ext cx="1821291" cy="887583"/>
          </a:xfrm>
          <a:prstGeom prst="rect">
            <a:avLst/>
          </a:prstGeom>
          <a:noFill/>
          <a:ln w="12700">
            <a:solidFill>
              <a:schemeClr val="tx1">
                <a:lumMod val="10000"/>
                <a:lumOff val="90000"/>
              </a:schemeClr>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8000" tIns="48000" rIns="48000" bIns="48000" numCol="1" rtlCol="0" anchor="ctr" anchorCtr="0" compatLnSpc="1">
            <a:prstTxWarp prst="textNoShape">
              <a:avLst/>
            </a:prstTxWarp>
          </a:bodyPr>
          <a:lstStyle/>
          <a:p>
            <a:pPr defTabSz="1219170" fontAlgn="base">
              <a:lnSpc>
                <a:spcPct val="90000"/>
              </a:lnSpc>
              <a:spcBef>
                <a:spcPct val="0"/>
              </a:spcBef>
              <a:spcAft>
                <a:spcPct val="0"/>
              </a:spcAft>
            </a:pPr>
            <a:r>
              <a:rPr lang="en-US" sz="1467" dirty="0">
                <a:solidFill>
                  <a:schemeClr val="bg1"/>
                </a:solidFill>
                <a:latin typeface="IBM Plex Sans" panose="020B0503050203000203" pitchFamily="34" charset="0"/>
              </a:rPr>
              <a:t>Delivery Type</a:t>
            </a:r>
          </a:p>
        </p:txBody>
      </p:sp>
      <p:sp>
        <p:nvSpPr>
          <p:cNvPr id="13" name="Rectangle 12">
            <a:extLst>
              <a:ext uri="{FF2B5EF4-FFF2-40B4-BE49-F238E27FC236}">
                <a16:creationId xmlns:a16="http://schemas.microsoft.com/office/drawing/2014/main" id="{187B41D4-3B4D-EF48-A829-AE5F7380F957}"/>
              </a:ext>
            </a:extLst>
          </p:cNvPr>
          <p:cNvSpPr/>
          <p:nvPr/>
        </p:nvSpPr>
        <p:spPr bwMode="auto">
          <a:xfrm>
            <a:off x="393589" y="5183612"/>
            <a:ext cx="1821291" cy="719328"/>
          </a:xfrm>
          <a:prstGeom prst="rect">
            <a:avLst/>
          </a:prstGeom>
          <a:noFill/>
          <a:ln w="12700">
            <a:solidFill>
              <a:schemeClr val="tx1">
                <a:lumMod val="10000"/>
                <a:lumOff val="90000"/>
              </a:schemeClr>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8000" tIns="48000" rIns="48000" bIns="48000" numCol="1" rtlCol="0" anchor="ctr" anchorCtr="0" compatLnSpc="1">
            <a:prstTxWarp prst="textNoShape">
              <a:avLst/>
            </a:prstTxWarp>
          </a:bodyPr>
          <a:lstStyle/>
          <a:p>
            <a:pPr defTabSz="1219170" fontAlgn="base">
              <a:lnSpc>
                <a:spcPct val="90000"/>
              </a:lnSpc>
              <a:spcBef>
                <a:spcPct val="0"/>
              </a:spcBef>
              <a:spcAft>
                <a:spcPct val="0"/>
              </a:spcAft>
            </a:pPr>
            <a:r>
              <a:rPr lang="en-US" sz="1467" dirty="0">
                <a:solidFill>
                  <a:schemeClr val="bg1"/>
                </a:solidFill>
                <a:latin typeface="IBM Plex Sans" panose="020B0503050203000203" pitchFamily="34" charset="0"/>
              </a:rPr>
              <a:t>Needs</a:t>
            </a:r>
          </a:p>
        </p:txBody>
      </p:sp>
      <p:sp>
        <p:nvSpPr>
          <p:cNvPr id="14" name="Rectangle 13">
            <a:extLst>
              <a:ext uri="{FF2B5EF4-FFF2-40B4-BE49-F238E27FC236}">
                <a16:creationId xmlns:a16="http://schemas.microsoft.com/office/drawing/2014/main" id="{1D9B7EEC-1606-3042-B664-21F9E80ACA73}"/>
              </a:ext>
            </a:extLst>
          </p:cNvPr>
          <p:cNvSpPr/>
          <p:nvPr/>
        </p:nvSpPr>
        <p:spPr bwMode="auto">
          <a:xfrm>
            <a:off x="393588" y="5900928"/>
            <a:ext cx="1821291" cy="841248"/>
          </a:xfrm>
          <a:prstGeom prst="rect">
            <a:avLst/>
          </a:prstGeom>
          <a:noFill/>
          <a:ln w="12700">
            <a:solidFill>
              <a:schemeClr val="tx1">
                <a:lumMod val="10000"/>
                <a:lumOff val="90000"/>
              </a:schemeClr>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8000" tIns="48000" rIns="48000" bIns="48000" numCol="1" rtlCol="0" anchor="ctr" anchorCtr="0" compatLnSpc="1">
            <a:prstTxWarp prst="textNoShape">
              <a:avLst/>
            </a:prstTxWarp>
          </a:bodyPr>
          <a:lstStyle/>
          <a:p>
            <a:pPr defTabSz="1219170" fontAlgn="base">
              <a:lnSpc>
                <a:spcPct val="90000"/>
              </a:lnSpc>
              <a:spcBef>
                <a:spcPct val="0"/>
              </a:spcBef>
              <a:spcAft>
                <a:spcPct val="0"/>
              </a:spcAft>
            </a:pPr>
            <a:r>
              <a:rPr lang="en-US" sz="1467" dirty="0">
                <a:solidFill>
                  <a:schemeClr val="bg1"/>
                </a:solidFill>
                <a:latin typeface="IBM Plex Sans" panose="020B0503050203000203" pitchFamily="34" charset="0"/>
              </a:rPr>
              <a:t>Barriers</a:t>
            </a:r>
          </a:p>
        </p:txBody>
      </p:sp>
      <p:sp>
        <p:nvSpPr>
          <p:cNvPr id="19" name="Rectangle 18">
            <a:extLst>
              <a:ext uri="{FF2B5EF4-FFF2-40B4-BE49-F238E27FC236}">
                <a16:creationId xmlns:a16="http://schemas.microsoft.com/office/drawing/2014/main" id="{0C3AB52E-C405-FA43-A3EF-A8B5AEE81C0E}"/>
              </a:ext>
            </a:extLst>
          </p:cNvPr>
          <p:cNvSpPr/>
          <p:nvPr/>
        </p:nvSpPr>
        <p:spPr bwMode="auto">
          <a:xfrm>
            <a:off x="2214877" y="1265571"/>
            <a:ext cx="1584956" cy="424071"/>
          </a:xfrm>
          <a:prstGeom prst="rect">
            <a:avLst/>
          </a:prstGeom>
          <a:solidFill>
            <a:schemeClr val="accent1"/>
          </a:solidFill>
          <a:ln w="12700">
            <a:solidFill>
              <a:schemeClr val="tx1">
                <a:lumMod val="10000"/>
                <a:lumOff val="90000"/>
              </a:schemeClr>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8000" tIns="48000" rIns="48000" bIns="48000" numCol="1" rtlCol="0" anchor="ctr" anchorCtr="0" compatLnSpc="1">
            <a:prstTxWarp prst="textNoShape">
              <a:avLst/>
            </a:prstTxWarp>
          </a:bodyPr>
          <a:lstStyle/>
          <a:p>
            <a:pPr algn="ctr" defTabSz="1219170" fontAlgn="base">
              <a:lnSpc>
                <a:spcPct val="90000"/>
              </a:lnSpc>
              <a:spcBef>
                <a:spcPct val="0"/>
              </a:spcBef>
              <a:spcAft>
                <a:spcPct val="0"/>
              </a:spcAft>
            </a:pPr>
            <a:r>
              <a:rPr lang="en-US" sz="1333" dirty="0">
                <a:solidFill>
                  <a:schemeClr val="bg1"/>
                </a:solidFill>
                <a:latin typeface="IBM Plex Sans" panose="020B0503050203000203" pitchFamily="34" charset="0"/>
              </a:rPr>
              <a:t>Awareness</a:t>
            </a:r>
          </a:p>
        </p:txBody>
      </p:sp>
      <p:sp>
        <p:nvSpPr>
          <p:cNvPr id="20" name="Rectangle 19">
            <a:extLst>
              <a:ext uri="{FF2B5EF4-FFF2-40B4-BE49-F238E27FC236}">
                <a16:creationId xmlns:a16="http://schemas.microsoft.com/office/drawing/2014/main" id="{1E06C40C-4CCA-3040-9E03-711BE81D9179}"/>
              </a:ext>
            </a:extLst>
          </p:cNvPr>
          <p:cNvSpPr/>
          <p:nvPr/>
        </p:nvSpPr>
        <p:spPr bwMode="auto">
          <a:xfrm>
            <a:off x="3799833" y="1265571"/>
            <a:ext cx="1696727" cy="424071"/>
          </a:xfrm>
          <a:prstGeom prst="rect">
            <a:avLst/>
          </a:prstGeom>
          <a:solidFill>
            <a:schemeClr val="accent1"/>
          </a:solidFill>
          <a:ln w="12700">
            <a:solidFill>
              <a:schemeClr val="tx1">
                <a:lumMod val="10000"/>
                <a:lumOff val="90000"/>
              </a:schemeClr>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8000" tIns="48000" rIns="48000" bIns="48000" numCol="1" rtlCol="0" anchor="ctr" anchorCtr="0" compatLnSpc="1">
            <a:prstTxWarp prst="textNoShape">
              <a:avLst/>
            </a:prstTxWarp>
          </a:bodyPr>
          <a:lstStyle/>
          <a:p>
            <a:pPr algn="ctr" defTabSz="1219170" fontAlgn="base">
              <a:lnSpc>
                <a:spcPct val="90000"/>
              </a:lnSpc>
              <a:spcBef>
                <a:spcPct val="0"/>
              </a:spcBef>
              <a:spcAft>
                <a:spcPct val="0"/>
              </a:spcAft>
            </a:pPr>
            <a:r>
              <a:rPr lang="en-US" sz="1333" dirty="0">
                <a:solidFill>
                  <a:schemeClr val="bg1"/>
                </a:solidFill>
                <a:latin typeface="IBM Plex Sans" panose="020B0503050203000203" pitchFamily="34" charset="0"/>
              </a:rPr>
              <a:t>Consider</a:t>
            </a:r>
          </a:p>
        </p:txBody>
      </p:sp>
      <p:sp>
        <p:nvSpPr>
          <p:cNvPr id="16" name="Chevron 15">
            <a:extLst>
              <a:ext uri="{FF2B5EF4-FFF2-40B4-BE49-F238E27FC236}">
                <a16:creationId xmlns:a16="http://schemas.microsoft.com/office/drawing/2014/main" id="{8995A084-683F-5E4D-A1E7-E88DCA2306B9}"/>
              </a:ext>
            </a:extLst>
          </p:cNvPr>
          <p:cNvSpPr/>
          <p:nvPr/>
        </p:nvSpPr>
        <p:spPr bwMode="auto">
          <a:xfrm>
            <a:off x="2214877" y="839303"/>
            <a:ext cx="3484884" cy="424071"/>
          </a:xfrm>
          <a:prstGeom prst="chevron">
            <a:avLst/>
          </a:prstGeom>
          <a:solidFill>
            <a:schemeClr val="accent1"/>
          </a:solidFill>
          <a:ln w="12700">
            <a:solidFill>
              <a:schemeClr val="tx1">
                <a:lumMod val="10000"/>
                <a:lumOff val="90000"/>
              </a:schemeClr>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8000" tIns="48000" rIns="48000" bIns="48000" numCol="1" rtlCol="0" anchor="ctr" anchorCtr="0" compatLnSpc="1">
            <a:prstTxWarp prst="textNoShape">
              <a:avLst/>
            </a:prstTxWarp>
          </a:bodyPr>
          <a:lstStyle/>
          <a:p>
            <a:pPr algn="ctr" defTabSz="1219170" fontAlgn="base">
              <a:lnSpc>
                <a:spcPct val="90000"/>
              </a:lnSpc>
              <a:spcBef>
                <a:spcPct val="0"/>
              </a:spcBef>
              <a:spcAft>
                <a:spcPct val="0"/>
              </a:spcAft>
            </a:pPr>
            <a:r>
              <a:rPr lang="en-US" sz="1600" b="1" dirty="0">
                <a:solidFill>
                  <a:schemeClr val="bg1"/>
                </a:solidFill>
                <a:latin typeface="IBM Plex Sans" panose="020B0503050203000203" pitchFamily="34" charset="0"/>
              </a:rPr>
              <a:t>Marketing Funnel</a:t>
            </a:r>
          </a:p>
        </p:txBody>
      </p:sp>
      <p:sp>
        <p:nvSpPr>
          <p:cNvPr id="17" name="Rectangle 16">
            <a:extLst>
              <a:ext uri="{FF2B5EF4-FFF2-40B4-BE49-F238E27FC236}">
                <a16:creationId xmlns:a16="http://schemas.microsoft.com/office/drawing/2014/main" id="{116E454D-C1A9-A944-A56A-EF80850FE507}"/>
              </a:ext>
            </a:extLst>
          </p:cNvPr>
          <p:cNvSpPr/>
          <p:nvPr/>
        </p:nvSpPr>
        <p:spPr bwMode="auto">
          <a:xfrm>
            <a:off x="2214878" y="1682652"/>
            <a:ext cx="3281681" cy="865632"/>
          </a:xfrm>
          <a:prstGeom prst="rect">
            <a:avLst/>
          </a:prstGeom>
          <a:noFill/>
          <a:ln w="12700">
            <a:solidFill>
              <a:schemeClr val="tx1">
                <a:lumMod val="10000"/>
                <a:lumOff val="90000"/>
              </a:schemeClr>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8000" tIns="48000" rIns="48000" bIns="48000" numCol="1" rtlCol="0" anchor="ctr" anchorCtr="0" compatLnSpc="1">
            <a:prstTxWarp prst="textNoShape">
              <a:avLst/>
            </a:prstTxWarp>
          </a:bodyPr>
          <a:lstStyle/>
          <a:p>
            <a:pPr defTabSz="1219170" fontAlgn="base">
              <a:lnSpc>
                <a:spcPct val="90000"/>
              </a:lnSpc>
              <a:spcBef>
                <a:spcPct val="0"/>
              </a:spcBef>
              <a:spcAft>
                <a:spcPct val="0"/>
              </a:spcAft>
            </a:pPr>
            <a:endParaRPr lang="en-US" sz="1467" dirty="0">
              <a:solidFill>
                <a:schemeClr val="bg1"/>
              </a:solidFill>
              <a:latin typeface="IBM Plex Sans" panose="020B0503050203000203" pitchFamily="34" charset="0"/>
            </a:endParaRPr>
          </a:p>
        </p:txBody>
      </p:sp>
      <p:sp>
        <p:nvSpPr>
          <p:cNvPr id="18" name="Rectangle 17">
            <a:extLst>
              <a:ext uri="{FF2B5EF4-FFF2-40B4-BE49-F238E27FC236}">
                <a16:creationId xmlns:a16="http://schemas.microsoft.com/office/drawing/2014/main" id="{10AC3C11-5255-F84E-8016-EC5611DDB243}"/>
              </a:ext>
            </a:extLst>
          </p:cNvPr>
          <p:cNvSpPr/>
          <p:nvPr/>
        </p:nvSpPr>
        <p:spPr bwMode="auto">
          <a:xfrm>
            <a:off x="2214878" y="2552567"/>
            <a:ext cx="3281681" cy="885572"/>
          </a:xfrm>
          <a:prstGeom prst="rect">
            <a:avLst/>
          </a:prstGeom>
          <a:noFill/>
          <a:ln w="12700">
            <a:solidFill>
              <a:schemeClr val="tx1">
                <a:lumMod val="10000"/>
                <a:lumOff val="90000"/>
              </a:schemeClr>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8000" tIns="48000" rIns="48000" bIns="48000" numCol="1" rtlCol="0" anchor="ctr" anchorCtr="0" compatLnSpc="1">
            <a:prstTxWarp prst="textNoShape">
              <a:avLst/>
            </a:prstTxWarp>
          </a:bodyPr>
          <a:lstStyle/>
          <a:p>
            <a:pPr defTabSz="1219170" fontAlgn="base">
              <a:lnSpc>
                <a:spcPct val="90000"/>
              </a:lnSpc>
              <a:spcBef>
                <a:spcPct val="0"/>
              </a:spcBef>
              <a:spcAft>
                <a:spcPct val="0"/>
              </a:spcAft>
            </a:pPr>
            <a:endParaRPr lang="en-US" sz="1467" dirty="0">
              <a:solidFill>
                <a:schemeClr val="bg1"/>
              </a:solidFill>
              <a:latin typeface="IBM Plex Sans" panose="020B0503050203000203" pitchFamily="34" charset="0"/>
            </a:endParaRPr>
          </a:p>
        </p:txBody>
      </p:sp>
      <p:sp>
        <p:nvSpPr>
          <p:cNvPr id="23" name="Rectangle 22">
            <a:extLst>
              <a:ext uri="{FF2B5EF4-FFF2-40B4-BE49-F238E27FC236}">
                <a16:creationId xmlns:a16="http://schemas.microsoft.com/office/drawing/2014/main" id="{A8E7FE2B-B562-7549-82F6-A7B517185D6A}"/>
              </a:ext>
            </a:extLst>
          </p:cNvPr>
          <p:cNvSpPr/>
          <p:nvPr/>
        </p:nvSpPr>
        <p:spPr bwMode="auto">
          <a:xfrm>
            <a:off x="2214879" y="3438139"/>
            <a:ext cx="1584955" cy="862744"/>
          </a:xfrm>
          <a:prstGeom prst="rect">
            <a:avLst/>
          </a:prstGeom>
          <a:noFill/>
          <a:ln w="12700">
            <a:solidFill>
              <a:schemeClr val="tx1">
                <a:lumMod val="10000"/>
                <a:lumOff val="90000"/>
              </a:schemeClr>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8000" tIns="48000" rIns="48000" bIns="48000" numCol="1" rtlCol="0" anchor="t" anchorCtr="0" compatLnSpc="1">
            <a:prstTxWarp prst="textNoShape">
              <a:avLst/>
            </a:prstTxWarp>
          </a:bodyPr>
          <a:lstStyle/>
          <a:p>
            <a:pPr marL="158747" indent="-158747" defTabSz="1219170" fontAlgn="base">
              <a:lnSpc>
                <a:spcPct val="90000"/>
              </a:lnSpc>
              <a:spcBef>
                <a:spcPct val="0"/>
              </a:spcBef>
              <a:spcAft>
                <a:spcPct val="0"/>
              </a:spcAft>
              <a:buFont typeface="+mj-lt"/>
              <a:buAutoNum type="arabicPeriod"/>
            </a:pPr>
            <a:r>
              <a:rPr lang="en-US" sz="1067" dirty="0">
                <a:solidFill>
                  <a:schemeClr val="bg1"/>
                </a:solidFill>
                <a:latin typeface="IBM Plex Sans" panose="020B0503050203000203" pitchFamily="34" charset="0"/>
              </a:rPr>
              <a:t>Social Media</a:t>
            </a:r>
          </a:p>
          <a:p>
            <a:pPr marL="158747" indent="-158747" defTabSz="1219170" fontAlgn="base">
              <a:lnSpc>
                <a:spcPct val="90000"/>
              </a:lnSpc>
              <a:spcBef>
                <a:spcPct val="0"/>
              </a:spcBef>
              <a:spcAft>
                <a:spcPct val="0"/>
              </a:spcAft>
              <a:buFont typeface="+mj-lt"/>
              <a:buAutoNum type="arabicPeriod"/>
            </a:pPr>
            <a:r>
              <a:rPr lang="en-US" sz="1067" dirty="0">
                <a:solidFill>
                  <a:schemeClr val="bg1"/>
                </a:solidFill>
                <a:latin typeface="IBM Plex Sans" panose="020B0503050203000203" pitchFamily="34" charset="0"/>
              </a:rPr>
              <a:t>Article / Publication</a:t>
            </a:r>
          </a:p>
          <a:p>
            <a:pPr marL="158747" indent="-158747" defTabSz="1219170" fontAlgn="base">
              <a:lnSpc>
                <a:spcPct val="90000"/>
              </a:lnSpc>
              <a:spcBef>
                <a:spcPct val="0"/>
              </a:spcBef>
              <a:spcAft>
                <a:spcPct val="0"/>
              </a:spcAft>
              <a:buFont typeface="+mj-lt"/>
              <a:buAutoNum type="arabicPeriod"/>
            </a:pPr>
            <a:r>
              <a:rPr lang="en-US" sz="1067" dirty="0">
                <a:solidFill>
                  <a:schemeClr val="bg1"/>
                </a:solidFill>
                <a:latin typeface="IBM Plex Sans" panose="020B0503050203000203" pitchFamily="34" charset="0"/>
              </a:rPr>
              <a:t>Syndicated Content</a:t>
            </a:r>
          </a:p>
          <a:p>
            <a:pPr marL="158747" indent="-158747" defTabSz="1219170" fontAlgn="base">
              <a:lnSpc>
                <a:spcPct val="90000"/>
              </a:lnSpc>
              <a:spcBef>
                <a:spcPct val="0"/>
              </a:spcBef>
              <a:spcAft>
                <a:spcPct val="0"/>
              </a:spcAft>
              <a:buFont typeface="+mj-lt"/>
              <a:buAutoNum type="arabicPeriod"/>
            </a:pPr>
            <a:r>
              <a:rPr lang="en-US" sz="1067" dirty="0">
                <a:solidFill>
                  <a:schemeClr val="bg1"/>
                </a:solidFill>
                <a:latin typeface="IBM Plex Sans" panose="020B0503050203000203" pitchFamily="34" charset="0"/>
              </a:rPr>
              <a:t>Event Materials</a:t>
            </a:r>
          </a:p>
          <a:p>
            <a:pPr defTabSz="1219170" fontAlgn="base">
              <a:lnSpc>
                <a:spcPct val="90000"/>
              </a:lnSpc>
              <a:spcBef>
                <a:spcPct val="0"/>
              </a:spcBef>
              <a:spcAft>
                <a:spcPct val="0"/>
              </a:spcAft>
            </a:pPr>
            <a:endParaRPr lang="en-US" sz="1067" dirty="0">
              <a:solidFill>
                <a:schemeClr val="bg1"/>
              </a:solidFill>
              <a:latin typeface="IBM Plex Sans" panose="020B0503050203000203" pitchFamily="34" charset="0"/>
            </a:endParaRPr>
          </a:p>
        </p:txBody>
      </p:sp>
      <p:sp>
        <p:nvSpPr>
          <p:cNvPr id="24" name="Rectangle 23">
            <a:extLst>
              <a:ext uri="{FF2B5EF4-FFF2-40B4-BE49-F238E27FC236}">
                <a16:creationId xmlns:a16="http://schemas.microsoft.com/office/drawing/2014/main" id="{09E91938-FD48-7E4B-ACE3-5A17D72B2C95}"/>
              </a:ext>
            </a:extLst>
          </p:cNvPr>
          <p:cNvSpPr/>
          <p:nvPr/>
        </p:nvSpPr>
        <p:spPr bwMode="auto">
          <a:xfrm>
            <a:off x="3799831" y="3438139"/>
            <a:ext cx="1696727" cy="862744"/>
          </a:xfrm>
          <a:prstGeom prst="rect">
            <a:avLst/>
          </a:prstGeom>
          <a:noFill/>
          <a:ln w="12700">
            <a:solidFill>
              <a:schemeClr val="tx1">
                <a:lumMod val="10000"/>
                <a:lumOff val="90000"/>
              </a:schemeClr>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8000" tIns="48000" rIns="48000" bIns="48000" numCol="1" rtlCol="0" anchor="t" anchorCtr="0" compatLnSpc="1">
            <a:prstTxWarp prst="textNoShape">
              <a:avLst/>
            </a:prstTxWarp>
          </a:bodyPr>
          <a:lstStyle/>
          <a:p>
            <a:pPr marL="176213" indent="-176213" defTabSz="1219170" fontAlgn="base">
              <a:lnSpc>
                <a:spcPct val="90000"/>
              </a:lnSpc>
              <a:spcBef>
                <a:spcPct val="0"/>
              </a:spcBef>
              <a:spcAft>
                <a:spcPct val="0"/>
              </a:spcAft>
              <a:buFont typeface="+mj-lt"/>
              <a:buAutoNum type="arabicPeriod" startAt="5"/>
            </a:pPr>
            <a:r>
              <a:rPr lang="en-US" sz="1067" dirty="0">
                <a:solidFill>
                  <a:schemeClr val="bg1"/>
                </a:solidFill>
                <a:latin typeface="IBM Plex Sans" panose="020B0503050203000203" pitchFamily="34" charset="0"/>
              </a:rPr>
              <a:t>Blogs</a:t>
            </a:r>
          </a:p>
          <a:p>
            <a:pPr marL="158747" indent="-158747" defTabSz="1219170" fontAlgn="base">
              <a:lnSpc>
                <a:spcPct val="90000"/>
              </a:lnSpc>
              <a:spcBef>
                <a:spcPct val="0"/>
              </a:spcBef>
              <a:spcAft>
                <a:spcPct val="0"/>
              </a:spcAft>
              <a:buFont typeface="+mj-lt"/>
              <a:buAutoNum type="arabicPeriod" startAt="5"/>
            </a:pPr>
            <a:r>
              <a:rPr lang="en-US" sz="1067" dirty="0">
                <a:solidFill>
                  <a:schemeClr val="bg1"/>
                </a:solidFill>
                <a:latin typeface="IBM Plex Sans" panose="020B0503050203000203" pitchFamily="34" charset="0"/>
              </a:rPr>
              <a:t>Case Studies</a:t>
            </a:r>
          </a:p>
          <a:p>
            <a:pPr marL="158747" indent="-158747" defTabSz="1219170" fontAlgn="base">
              <a:lnSpc>
                <a:spcPct val="90000"/>
              </a:lnSpc>
              <a:spcBef>
                <a:spcPct val="0"/>
              </a:spcBef>
              <a:spcAft>
                <a:spcPct val="0"/>
              </a:spcAft>
              <a:buFont typeface="+mj-lt"/>
              <a:buAutoNum type="arabicPeriod" startAt="5"/>
            </a:pPr>
            <a:r>
              <a:rPr lang="en-US" sz="1067" dirty="0">
                <a:solidFill>
                  <a:schemeClr val="bg1"/>
                </a:solidFill>
                <a:latin typeface="IBM Plex Sans" panose="020B0503050203000203" pitchFamily="34" charset="0"/>
              </a:rPr>
              <a:t>Product Demos</a:t>
            </a:r>
          </a:p>
          <a:p>
            <a:pPr marL="158747" indent="-158747" defTabSz="1219170" fontAlgn="base">
              <a:lnSpc>
                <a:spcPct val="90000"/>
              </a:lnSpc>
              <a:spcBef>
                <a:spcPct val="0"/>
              </a:spcBef>
              <a:spcAft>
                <a:spcPct val="0"/>
              </a:spcAft>
              <a:buFont typeface="+mj-lt"/>
              <a:buAutoNum type="arabicPeriod" startAt="5"/>
            </a:pPr>
            <a:r>
              <a:rPr lang="en-US" sz="1067" dirty="0">
                <a:solidFill>
                  <a:schemeClr val="bg1"/>
                </a:solidFill>
                <a:latin typeface="IBM Plex Sans" panose="020B0503050203000203" pitchFamily="34" charset="0"/>
              </a:rPr>
              <a:t>Product Comparisons</a:t>
            </a:r>
          </a:p>
          <a:p>
            <a:pPr marL="158747" indent="-158747" defTabSz="1219170" fontAlgn="base">
              <a:lnSpc>
                <a:spcPct val="90000"/>
              </a:lnSpc>
              <a:spcBef>
                <a:spcPct val="0"/>
              </a:spcBef>
              <a:spcAft>
                <a:spcPct val="0"/>
              </a:spcAft>
              <a:buFont typeface="+mj-lt"/>
              <a:buAutoNum type="arabicPeriod" startAt="5"/>
            </a:pPr>
            <a:r>
              <a:rPr lang="en-US" sz="1067" dirty="0">
                <a:solidFill>
                  <a:schemeClr val="bg1"/>
                </a:solidFill>
                <a:latin typeface="IBM Plex Sans" panose="020B0503050203000203" pitchFamily="34" charset="0"/>
              </a:rPr>
              <a:t>Product Reviews</a:t>
            </a:r>
          </a:p>
        </p:txBody>
      </p:sp>
      <p:sp>
        <p:nvSpPr>
          <p:cNvPr id="25" name="Rectangle 24">
            <a:extLst>
              <a:ext uri="{FF2B5EF4-FFF2-40B4-BE49-F238E27FC236}">
                <a16:creationId xmlns:a16="http://schemas.microsoft.com/office/drawing/2014/main" id="{905DE832-2E22-EE44-948A-A34EF184087C}"/>
              </a:ext>
            </a:extLst>
          </p:cNvPr>
          <p:cNvSpPr/>
          <p:nvPr/>
        </p:nvSpPr>
        <p:spPr bwMode="auto">
          <a:xfrm>
            <a:off x="2214875" y="4300375"/>
            <a:ext cx="1584955" cy="885572"/>
          </a:xfrm>
          <a:prstGeom prst="rect">
            <a:avLst/>
          </a:prstGeom>
          <a:noFill/>
          <a:ln w="12700">
            <a:solidFill>
              <a:schemeClr val="tx1">
                <a:lumMod val="10000"/>
                <a:lumOff val="90000"/>
              </a:schemeClr>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8000" tIns="48000" rIns="48000" bIns="48000" numCol="1" rtlCol="0" anchor="t" anchorCtr="0" compatLnSpc="1">
            <a:prstTxWarp prst="textNoShape">
              <a:avLst/>
            </a:prstTxWarp>
          </a:bodyPr>
          <a:lstStyle/>
          <a:p>
            <a:pPr marL="158747" indent="-158747" defTabSz="1219170" fontAlgn="base">
              <a:lnSpc>
                <a:spcPct val="90000"/>
              </a:lnSpc>
              <a:spcBef>
                <a:spcPct val="0"/>
              </a:spcBef>
              <a:spcAft>
                <a:spcPct val="0"/>
              </a:spcAft>
              <a:buFont typeface="+mj-lt"/>
              <a:buAutoNum type="arabicPeriod"/>
            </a:pPr>
            <a:r>
              <a:rPr lang="en-US" sz="1067" dirty="0">
                <a:solidFill>
                  <a:schemeClr val="bg1"/>
                </a:solidFill>
                <a:latin typeface="IBM Plex Sans" panose="020B0503050203000203" pitchFamily="34" charset="0"/>
              </a:rPr>
              <a:t>New Campaign Page</a:t>
            </a:r>
          </a:p>
          <a:p>
            <a:pPr marL="158747" indent="-158747" defTabSz="1219170" fontAlgn="base">
              <a:lnSpc>
                <a:spcPct val="90000"/>
              </a:lnSpc>
              <a:spcBef>
                <a:spcPct val="0"/>
              </a:spcBef>
              <a:spcAft>
                <a:spcPct val="0"/>
              </a:spcAft>
              <a:buFont typeface="+mj-lt"/>
              <a:buAutoNum type="arabicPeriod"/>
            </a:pPr>
            <a:r>
              <a:rPr lang="en-US" sz="1067" dirty="0">
                <a:solidFill>
                  <a:schemeClr val="bg1"/>
                </a:solidFill>
                <a:latin typeface="IBM Plex Sans" panose="020B0503050203000203" pitchFamily="34" charset="0"/>
              </a:rPr>
              <a:t>Company Website</a:t>
            </a:r>
          </a:p>
          <a:p>
            <a:pPr marL="158747" indent="-158747" defTabSz="1219170" fontAlgn="base">
              <a:lnSpc>
                <a:spcPct val="90000"/>
              </a:lnSpc>
              <a:spcBef>
                <a:spcPct val="0"/>
              </a:spcBef>
              <a:spcAft>
                <a:spcPct val="0"/>
              </a:spcAft>
              <a:buFont typeface="+mj-lt"/>
              <a:buAutoNum type="arabicPeriod"/>
            </a:pPr>
            <a:r>
              <a:rPr lang="en-US" sz="1067" dirty="0">
                <a:solidFill>
                  <a:schemeClr val="bg1"/>
                </a:solidFill>
                <a:latin typeface="IBM Plex Sans" panose="020B0503050203000203" pitchFamily="34" charset="0"/>
              </a:rPr>
              <a:t>Events</a:t>
            </a:r>
          </a:p>
          <a:p>
            <a:pPr marL="158747" indent="-158747" defTabSz="1219170" fontAlgn="base">
              <a:lnSpc>
                <a:spcPct val="90000"/>
              </a:lnSpc>
              <a:spcBef>
                <a:spcPct val="0"/>
              </a:spcBef>
              <a:spcAft>
                <a:spcPct val="0"/>
              </a:spcAft>
              <a:buFont typeface="+mj-lt"/>
              <a:buAutoNum type="arabicPeriod"/>
            </a:pPr>
            <a:r>
              <a:rPr lang="en-US" sz="1067" dirty="0">
                <a:solidFill>
                  <a:schemeClr val="bg1"/>
                </a:solidFill>
                <a:latin typeface="IBM Plex Sans" panose="020B0503050203000203" pitchFamily="34" charset="0"/>
              </a:rPr>
              <a:t>Social Media</a:t>
            </a:r>
          </a:p>
          <a:p>
            <a:pPr marL="158747" indent="-158747" defTabSz="1219170" fontAlgn="base">
              <a:lnSpc>
                <a:spcPct val="90000"/>
              </a:lnSpc>
              <a:spcBef>
                <a:spcPct val="0"/>
              </a:spcBef>
              <a:spcAft>
                <a:spcPct val="0"/>
              </a:spcAft>
              <a:buFont typeface="+mj-lt"/>
              <a:buAutoNum type="arabicPeriod"/>
            </a:pPr>
            <a:r>
              <a:rPr lang="en-US" sz="1067" dirty="0">
                <a:solidFill>
                  <a:schemeClr val="bg1"/>
                </a:solidFill>
                <a:latin typeface="IBM Plex Sans" panose="020B0503050203000203" pitchFamily="34" charset="0"/>
              </a:rPr>
              <a:t>Paid Search</a:t>
            </a:r>
          </a:p>
        </p:txBody>
      </p:sp>
      <p:sp>
        <p:nvSpPr>
          <p:cNvPr id="26" name="Rectangle 25">
            <a:extLst>
              <a:ext uri="{FF2B5EF4-FFF2-40B4-BE49-F238E27FC236}">
                <a16:creationId xmlns:a16="http://schemas.microsoft.com/office/drawing/2014/main" id="{8C3E29C8-0BC2-3F42-948B-429B8E027FB7}"/>
              </a:ext>
            </a:extLst>
          </p:cNvPr>
          <p:cNvSpPr/>
          <p:nvPr/>
        </p:nvSpPr>
        <p:spPr bwMode="auto">
          <a:xfrm>
            <a:off x="3799827" y="4300375"/>
            <a:ext cx="1696727" cy="885572"/>
          </a:xfrm>
          <a:prstGeom prst="rect">
            <a:avLst/>
          </a:prstGeom>
          <a:noFill/>
          <a:ln w="12700">
            <a:solidFill>
              <a:schemeClr val="tx1">
                <a:lumMod val="10000"/>
                <a:lumOff val="90000"/>
              </a:schemeClr>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8000" tIns="48000" rIns="48000" bIns="48000" numCol="1" rtlCol="0" anchor="t" anchorCtr="0" compatLnSpc="1">
            <a:prstTxWarp prst="textNoShape">
              <a:avLst/>
            </a:prstTxWarp>
          </a:bodyPr>
          <a:lstStyle/>
          <a:p>
            <a:pPr marL="158747" indent="-158747" defTabSz="1219170" fontAlgn="base">
              <a:lnSpc>
                <a:spcPct val="90000"/>
              </a:lnSpc>
              <a:spcBef>
                <a:spcPct val="0"/>
              </a:spcBef>
              <a:spcAft>
                <a:spcPct val="0"/>
              </a:spcAft>
              <a:buFont typeface="+mj-lt"/>
              <a:buAutoNum type="arabicPeriod" startAt="4"/>
            </a:pPr>
            <a:r>
              <a:rPr lang="en-US" sz="1067" dirty="0">
                <a:solidFill>
                  <a:schemeClr val="bg1"/>
                </a:solidFill>
                <a:latin typeface="IBM Plex Sans" panose="020B0503050203000203" pitchFamily="34" charset="0"/>
              </a:rPr>
              <a:t>Email Campaign</a:t>
            </a:r>
          </a:p>
          <a:p>
            <a:pPr marL="158747" indent="-158747" defTabSz="1219170" fontAlgn="base">
              <a:lnSpc>
                <a:spcPct val="90000"/>
              </a:lnSpc>
              <a:spcBef>
                <a:spcPct val="0"/>
              </a:spcBef>
              <a:spcAft>
                <a:spcPct val="0"/>
              </a:spcAft>
              <a:buFont typeface="+mj-lt"/>
              <a:buAutoNum type="arabicPeriod" startAt="4"/>
            </a:pPr>
            <a:r>
              <a:rPr lang="en-US" sz="1067" dirty="0">
                <a:solidFill>
                  <a:schemeClr val="bg1"/>
                </a:solidFill>
                <a:latin typeface="IBM Plex Sans" panose="020B0503050203000203" pitchFamily="34" charset="0"/>
              </a:rPr>
              <a:t>Campaign Page</a:t>
            </a:r>
          </a:p>
          <a:p>
            <a:pPr marL="158747" indent="-158747" defTabSz="1219170" fontAlgn="base">
              <a:lnSpc>
                <a:spcPct val="90000"/>
              </a:lnSpc>
              <a:spcBef>
                <a:spcPct val="0"/>
              </a:spcBef>
              <a:spcAft>
                <a:spcPct val="0"/>
              </a:spcAft>
              <a:buFont typeface="+mj-lt"/>
              <a:buAutoNum type="arabicPeriod" startAt="4"/>
            </a:pPr>
            <a:r>
              <a:rPr lang="en-US" sz="1067" dirty="0">
                <a:solidFill>
                  <a:schemeClr val="bg1"/>
                </a:solidFill>
                <a:latin typeface="IBM Plex Sans" panose="020B0503050203000203" pitchFamily="34" charset="0"/>
              </a:rPr>
              <a:t>Company Website</a:t>
            </a:r>
          </a:p>
          <a:p>
            <a:pPr marL="158747" indent="-158747" defTabSz="1219170" fontAlgn="base">
              <a:lnSpc>
                <a:spcPct val="90000"/>
              </a:lnSpc>
              <a:spcBef>
                <a:spcPct val="0"/>
              </a:spcBef>
              <a:spcAft>
                <a:spcPct val="0"/>
              </a:spcAft>
              <a:buFont typeface="+mj-lt"/>
              <a:buAutoNum type="arabicPeriod" startAt="4"/>
            </a:pPr>
            <a:r>
              <a:rPr lang="en-US" sz="1067" dirty="0">
                <a:solidFill>
                  <a:schemeClr val="bg1"/>
                </a:solidFill>
                <a:latin typeface="IBM Plex Sans" panose="020B0503050203000203" pitchFamily="34" charset="0"/>
              </a:rPr>
              <a:t>3</a:t>
            </a:r>
            <a:r>
              <a:rPr lang="en-US" sz="1067" baseline="30000" dirty="0">
                <a:solidFill>
                  <a:schemeClr val="bg1"/>
                </a:solidFill>
                <a:latin typeface="IBM Plex Sans" panose="020B0503050203000203" pitchFamily="34" charset="0"/>
              </a:rPr>
              <a:t>rd</a:t>
            </a:r>
            <a:r>
              <a:rPr lang="en-US" sz="1067" dirty="0">
                <a:solidFill>
                  <a:schemeClr val="bg1"/>
                </a:solidFill>
                <a:latin typeface="IBM Plex Sans" panose="020B0503050203000203" pitchFamily="34" charset="0"/>
              </a:rPr>
              <a:t> Party Review</a:t>
            </a:r>
          </a:p>
          <a:p>
            <a:pPr marL="158747" indent="-158747" defTabSz="1219170" fontAlgn="base">
              <a:lnSpc>
                <a:spcPct val="90000"/>
              </a:lnSpc>
              <a:spcBef>
                <a:spcPct val="0"/>
              </a:spcBef>
              <a:spcAft>
                <a:spcPct val="0"/>
              </a:spcAft>
              <a:buFont typeface="+mj-lt"/>
              <a:buAutoNum type="arabicPeriod" startAt="4"/>
            </a:pPr>
            <a:r>
              <a:rPr lang="en-US" sz="1067" dirty="0">
                <a:solidFill>
                  <a:schemeClr val="bg1"/>
                </a:solidFill>
                <a:latin typeface="IBM Plex Sans" panose="020B0503050203000203" pitchFamily="34" charset="0"/>
              </a:rPr>
              <a:t>Sales Rep</a:t>
            </a:r>
          </a:p>
        </p:txBody>
      </p:sp>
      <p:sp>
        <p:nvSpPr>
          <p:cNvPr id="27" name="Rectangle 26">
            <a:extLst>
              <a:ext uri="{FF2B5EF4-FFF2-40B4-BE49-F238E27FC236}">
                <a16:creationId xmlns:a16="http://schemas.microsoft.com/office/drawing/2014/main" id="{CEBA9465-54EC-6940-98A8-6C62C7284B77}"/>
              </a:ext>
            </a:extLst>
          </p:cNvPr>
          <p:cNvSpPr/>
          <p:nvPr/>
        </p:nvSpPr>
        <p:spPr bwMode="auto">
          <a:xfrm>
            <a:off x="2214872" y="5183612"/>
            <a:ext cx="1584955" cy="719328"/>
          </a:xfrm>
          <a:prstGeom prst="rect">
            <a:avLst/>
          </a:prstGeom>
          <a:noFill/>
          <a:ln w="12700">
            <a:solidFill>
              <a:schemeClr val="tx1">
                <a:lumMod val="10000"/>
                <a:lumOff val="90000"/>
              </a:schemeClr>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8000" tIns="48000" rIns="48000" bIns="48000" numCol="1" rtlCol="0" anchor="t" anchorCtr="0" compatLnSpc="1">
            <a:prstTxWarp prst="textNoShape">
              <a:avLst/>
            </a:prstTxWarp>
          </a:bodyPr>
          <a:lstStyle/>
          <a:p>
            <a:pPr marL="158747" indent="-158747" defTabSz="1219170" fontAlgn="base">
              <a:lnSpc>
                <a:spcPct val="90000"/>
              </a:lnSpc>
              <a:spcBef>
                <a:spcPct val="0"/>
              </a:spcBef>
              <a:spcAft>
                <a:spcPct val="0"/>
              </a:spcAft>
              <a:buFont typeface="+mj-lt"/>
              <a:buAutoNum type="arabicPeriod"/>
            </a:pPr>
            <a:r>
              <a:rPr lang="en-US" sz="1067" dirty="0">
                <a:solidFill>
                  <a:schemeClr val="bg1"/>
                </a:solidFill>
                <a:latin typeface="IBM Plex Sans" panose="020B0503050203000203" pitchFamily="34" charset="0"/>
              </a:rPr>
              <a:t>Protect Business</a:t>
            </a:r>
          </a:p>
          <a:p>
            <a:pPr marL="158747" indent="-158747" defTabSz="1219170" fontAlgn="base">
              <a:lnSpc>
                <a:spcPct val="90000"/>
              </a:lnSpc>
              <a:spcBef>
                <a:spcPct val="0"/>
              </a:spcBef>
              <a:spcAft>
                <a:spcPct val="0"/>
              </a:spcAft>
              <a:buFont typeface="+mj-lt"/>
              <a:buAutoNum type="arabicPeriod"/>
            </a:pPr>
            <a:r>
              <a:rPr lang="en-US" sz="1067" dirty="0">
                <a:solidFill>
                  <a:schemeClr val="bg1"/>
                </a:solidFill>
                <a:latin typeface="IBM Plex Sans" panose="020B0503050203000203" pitchFamily="34" charset="0"/>
              </a:rPr>
              <a:t>Trusted Solutions</a:t>
            </a:r>
          </a:p>
          <a:p>
            <a:pPr marL="158747" indent="-158747" defTabSz="1219170" fontAlgn="base">
              <a:lnSpc>
                <a:spcPct val="90000"/>
              </a:lnSpc>
              <a:spcBef>
                <a:spcPct val="0"/>
              </a:spcBef>
              <a:spcAft>
                <a:spcPct val="0"/>
              </a:spcAft>
              <a:buFont typeface="+mj-lt"/>
              <a:buAutoNum type="arabicPeriod"/>
            </a:pPr>
            <a:r>
              <a:rPr lang="en-US" sz="1067" dirty="0">
                <a:solidFill>
                  <a:schemeClr val="bg1"/>
                </a:solidFill>
                <a:latin typeface="IBM Plex Sans" panose="020B0503050203000203" pitchFamily="34" charset="0"/>
              </a:rPr>
              <a:t>Interoperability</a:t>
            </a:r>
          </a:p>
          <a:p>
            <a:pPr marL="158747" indent="-158747" defTabSz="1219170" fontAlgn="base">
              <a:lnSpc>
                <a:spcPct val="90000"/>
              </a:lnSpc>
              <a:spcBef>
                <a:spcPct val="0"/>
              </a:spcBef>
              <a:spcAft>
                <a:spcPct val="0"/>
              </a:spcAft>
              <a:buFont typeface="+mj-lt"/>
              <a:buAutoNum type="arabicPeriod"/>
            </a:pPr>
            <a:r>
              <a:rPr lang="en-US" sz="1067" dirty="0">
                <a:solidFill>
                  <a:schemeClr val="bg1"/>
                </a:solidFill>
                <a:latin typeface="IBM Plex Sans" panose="020B0503050203000203" pitchFamily="34" charset="0"/>
              </a:rPr>
              <a:t>Support Innovation</a:t>
            </a:r>
          </a:p>
        </p:txBody>
      </p:sp>
      <p:sp>
        <p:nvSpPr>
          <p:cNvPr id="28" name="Rectangle 27">
            <a:extLst>
              <a:ext uri="{FF2B5EF4-FFF2-40B4-BE49-F238E27FC236}">
                <a16:creationId xmlns:a16="http://schemas.microsoft.com/office/drawing/2014/main" id="{2456539F-E424-1D4E-84B4-2288DEC6847B}"/>
              </a:ext>
            </a:extLst>
          </p:cNvPr>
          <p:cNvSpPr/>
          <p:nvPr/>
        </p:nvSpPr>
        <p:spPr bwMode="auto">
          <a:xfrm>
            <a:off x="3799825" y="5183612"/>
            <a:ext cx="1696727" cy="719328"/>
          </a:xfrm>
          <a:prstGeom prst="rect">
            <a:avLst/>
          </a:prstGeom>
          <a:noFill/>
          <a:ln w="12700">
            <a:solidFill>
              <a:schemeClr val="tx1">
                <a:lumMod val="10000"/>
                <a:lumOff val="90000"/>
              </a:schemeClr>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8000" tIns="48000" rIns="48000" bIns="48000" numCol="1" rtlCol="0" anchor="t" anchorCtr="0" compatLnSpc="1">
            <a:prstTxWarp prst="textNoShape">
              <a:avLst/>
            </a:prstTxWarp>
          </a:bodyPr>
          <a:lstStyle/>
          <a:p>
            <a:pPr marL="162980" indent="-162980" defTabSz="1219170" fontAlgn="base">
              <a:lnSpc>
                <a:spcPct val="90000"/>
              </a:lnSpc>
              <a:spcBef>
                <a:spcPct val="0"/>
              </a:spcBef>
              <a:spcAft>
                <a:spcPct val="0"/>
              </a:spcAft>
              <a:buFont typeface="+mj-lt"/>
              <a:buAutoNum type="arabicPeriod" startAt="5"/>
            </a:pPr>
            <a:r>
              <a:rPr lang="en-US" sz="1067" dirty="0">
                <a:solidFill>
                  <a:schemeClr val="bg1"/>
                </a:solidFill>
                <a:latin typeface="IBM Plex Sans" panose="020B0503050203000203" pitchFamily="34" charset="0"/>
              </a:rPr>
              <a:t>Trusted Advisor</a:t>
            </a:r>
          </a:p>
          <a:p>
            <a:pPr marL="158747" indent="-158747" defTabSz="1219170" fontAlgn="base">
              <a:lnSpc>
                <a:spcPct val="90000"/>
              </a:lnSpc>
              <a:spcBef>
                <a:spcPct val="0"/>
              </a:spcBef>
              <a:spcAft>
                <a:spcPct val="0"/>
              </a:spcAft>
              <a:buFont typeface="+mj-lt"/>
              <a:buAutoNum type="arabicPeriod" startAt="5"/>
            </a:pPr>
            <a:r>
              <a:rPr lang="en-US" sz="1067" dirty="0">
                <a:solidFill>
                  <a:schemeClr val="bg1"/>
                </a:solidFill>
                <a:latin typeface="IBM Plex Sans" panose="020B0503050203000203" pitchFamily="34" charset="0"/>
              </a:rPr>
              <a:t>1:1 Engagements</a:t>
            </a:r>
          </a:p>
          <a:p>
            <a:pPr marL="158747" indent="-158747" defTabSz="1219170" fontAlgn="base">
              <a:lnSpc>
                <a:spcPct val="90000"/>
              </a:lnSpc>
              <a:spcBef>
                <a:spcPct val="0"/>
              </a:spcBef>
              <a:spcAft>
                <a:spcPct val="0"/>
              </a:spcAft>
              <a:buFont typeface="+mj-lt"/>
              <a:buAutoNum type="arabicPeriod" startAt="5"/>
            </a:pPr>
            <a:r>
              <a:rPr lang="en-US" sz="1067" dirty="0">
                <a:solidFill>
                  <a:schemeClr val="bg1"/>
                </a:solidFill>
                <a:latin typeface="IBM Plex Sans" panose="020B0503050203000203" pitchFamily="34" charset="0"/>
              </a:rPr>
              <a:t>See How It Works</a:t>
            </a:r>
          </a:p>
          <a:p>
            <a:pPr marL="158747" indent="-158747" defTabSz="1219170" fontAlgn="base">
              <a:lnSpc>
                <a:spcPct val="90000"/>
              </a:lnSpc>
              <a:spcBef>
                <a:spcPct val="0"/>
              </a:spcBef>
              <a:spcAft>
                <a:spcPct val="0"/>
              </a:spcAft>
              <a:buFont typeface="+mj-lt"/>
              <a:buAutoNum type="arabicPeriod" startAt="5"/>
            </a:pPr>
            <a:r>
              <a:rPr lang="en-US" sz="1067" dirty="0">
                <a:solidFill>
                  <a:schemeClr val="bg1"/>
                </a:solidFill>
                <a:latin typeface="IBM Plex Sans" panose="020B0503050203000203" pitchFamily="34" charset="0"/>
              </a:rPr>
              <a:t>See Where it Worked</a:t>
            </a:r>
          </a:p>
        </p:txBody>
      </p:sp>
      <p:sp>
        <p:nvSpPr>
          <p:cNvPr id="30" name="Rectangle 29">
            <a:extLst>
              <a:ext uri="{FF2B5EF4-FFF2-40B4-BE49-F238E27FC236}">
                <a16:creationId xmlns:a16="http://schemas.microsoft.com/office/drawing/2014/main" id="{D29CEF1D-F834-3F46-BEB6-7F16D829A20D}"/>
              </a:ext>
            </a:extLst>
          </p:cNvPr>
          <p:cNvSpPr/>
          <p:nvPr/>
        </p:nvSpPr>
        <p:spPr bwMode="auto">
          <a:xfrm>
            <a:off x="3799825" y="5900863"/>
            <a:ext cx="1696727" cy="841248"/>
          </a:xfrm>
          <a:prstGeom prst="rect">
            <a:avLst/>
          </a:prstGeom>
          <a:noFill/>
          <a:ln w="12700">
            <a:solidFill>
              <a:schemeClr val="tx1">
                <a:lumMod val="10000"/>
                <a:lumOff val="90000"/>
              </a:schemeClr>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8000" tIns="48000" rIns="48000" bIns="48000" numCol="1" rtlCol="0" anchor="t" anchorCtr="0" compatLnSpc="1">
            <a:prstTxWarp prst="textNoShape">
              <a:avLst/>
            </a:prstTxWarp>
          </a:bodyPr>
          <a:lstStyle/>
          <a:p>
            <a:pPr marL="162980" indent="-162980" defTabSz="1219170" fontAlgn="base">
              <a:lnSpc>
                <a:spcPct val="90000"/>
              </a:lnSpc>
              <a:spcBef>
                <a:spcPct val="0"/>
              </a:spcBef>
              <a:spcAft>
                <a:spcPct val="0"/>
              </a:spcAft>
              <a:buFont typeface="+mj-lt"/>
              <a:buAutoNum type="arabicPeriod" startAt="4"/>
            </a:pPr>
            <a:r>
              <a:rPr lang="en-US" sz="1067" dirty="0">
                <a:solidFill>
                  <a:schemeClr val="bg1"/>
                </a:solidFill>
                <a:latin typeface="IBM Plex Sans" panose="020B0503050203000203" pitchFamily="34" charset="0"/>
              </a:rPr>
              <a:t>Traditional Sales Tactics</a:t>
            </a:r>
          </a:p>
          <a:p>
            <a:pPr marL="162980" indent="-162980" defTabSz="1219170" fontAlgn="base">
              <a:lnSpc>
                <a:spcPct val="90000"/>
              </a:lnSpc>
              <a:spcBef>
                <a:spcPct val="0"/>
              </a:spcBef>
              <a:spcAft>
                <a:spcPct val="0"/>
              </a:spcAft>
              <a:buFont typeface="+mj-lt"/>
              <a:buAutoNum type="arabicPeriod" startAt="4"/>
            </a:pPr>
            <a:r>
              <a:rPr lang="en-US" sz="1067" dirty="0">
                <a:solidFill>
                  <a:schemeClr val="bg1"/>
                </a:solidFill>
                <a:latin typeface="IBM Plex Sans" panose="020B0503050203000203" pitchFamily="34" charset="0"/>
              </a:rPr>
              <a:t>Point-Product Only</a:t>
            </a:r>
          </a:p>
          <a:p>
            <a:pPr marL="162980" indent="-162980" defTabSz="1219170" fontAlgn="base">
              <a:lnSpc>
                <a:spcPct val="90000"/>
              </a:lnSpc>
              <a:spcBef>
                <a:spcPct val="0"/>
              </a:spcBef>
              <a:spcAft>
                <a:spcPct val="0"/>
              </a:spcAft>
              <a:buFont typeface="+mj-lt"/>
              <a:buAutoNum type="arabicPeriod" startAt="4"/>
            </a:pPr>
            <a:r>
              <a:rPr lang="en-US" sz="1067" dirty="0">
                <a:solidFill>
                  <a:schemeClr val="bg1"/>
                </a:solidFill>
                <a:latin typeface="IBM Plex Sans" panose="020B0503050203000203" pitchFamily="34" charset="0"/>
              </a:rPr>
              <a:t>Limited ISV Ecosystem</a:t>
            </a:r>
          </a:p>
        </p:txBody>
      </p:sp>
      <p:sp>
        <p:nvSpPr>
          <p:cNvPr id="31" name="Rectangle 30">
            <a:extLst>
              <a:ext uri="{FF2B5EF4-FFF2-40B4-BE49-F238E27FC236}">
                <a16:creationId xmlns:a16="http://schemas.microsoft.com/office/drawing/2014/main" id="{F76F8ECA-95EA-9742-AE4B-0F16E608DDB8}"/>
              </a:ext>
            </a:extLst>
          </p:cNvPr>
          <p:cNvSpPr/>
          <p:nvPr/>
        </p:nvSpPr>
        <p:spPr bwMode="auto">
          <a:xfrm>
            <a:off x="5496554" y="1265571"/>
            <a:ext cx="1584956" cy="424071"/>
          </a:xfrm>
          <a:prstGeom prst="rect">
            <a:avLst/>
          </a:prstGeom>
          <a:solidFill>
            <a:schemeClr val="accent3"/>
          </a:solidFill>
          <a:ln w="12700">
            <a:solidFill>
              <a:schemeClr val="tx1">
                <a:lumMod val="10000"/>
                <a:lumOff val="90000"/>
              </a:schemeClr>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8000" tIns="48000" rIns="48000" bIns="48000" numCol="1" rtlCol="0" anchor="ctr" anchorCtr="0" compatLnSpc="1">
            <a:prstTxWarp prst="textNoShape">
              <a:avLst/>
            </a:prstTxWarp>
          </a:bodyPr>
          <a:lstStyle/>
          <a:p>
            <a:pPr algn="ctr" defTabSz="1219170" fontAlgn="base">
              <a:lnSpc>
                <a:spcPct val="90000"/>
              </a:lnSpc>
              <a:spcBef>
                <a:spcPct val="0"/>
              </a:spcBef>
              <a:spcAft>
                <a:spcPct val="0"/>
              </a:spcAft>
            </a:pPr>
            <a:r>
              <a:rPr lang="en-US" sz="1333" dirty="0">
                <a:solidFill>
                  <a:schemeClr val="bg1"/>
                </a:solidFill>
                <a:latin typeface="IBM Plex Sans" panose="020B0503050203000203" pitchFamily="34" charset="0"/>
              </a:rPr>
              <a:t>Explore</a:t>
            </a:r>
          </a:p>
        </p:txBody>
      </p:sp>
      <p:sp>
        <p:nvSpPr>
          <p:cNvPr id="32" name="Rectangle 31">
            <a:extLst>
              <a:ext uri="{FF2B5EF4-FFF2-40B4-BE49-F238E27FC236}">
                <a16:creationId xmlns:a16="http://schemas.microsoft.com/office/drawing/2014/main" id="{B13ECEFF-B357-3C4C-8FD3-5433AA613D50}"/>
              </a:ext>
            </a:extLst>
          </p:cNvPr>
          <p:cNvSpPr/>
          <p:nvPr/>
        </p:nvSpPr>
        <p:spPr bwMode="auto">
          <a:xfrm>
            <a:off x="7081510" y="1265571"/>
            <a:ext cx="1696727" cy="424071"/>
          </a:xfrm>
          <a:prstGeom prst="rect">
            <a:avLst/>
          </a:prstGeom>
          <a:solidFill>
            <a:schemeClr val="accent3"/>
          </a:solidFill>
          <a:ln w="12700">
            <a:solidFill>
              <a:schemeClr val="tx1">
                <a:lumMod val="10000"/>
                <a:lumOff val="90000"/>
              </a:schemeClr>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8000" tIns="48000" rIns="48000" bIns="48000" numCol="1" rtlCol="0" anchor="ctr" anchorCtr="0" compatLnSpc="1">
            <a:prstTxWarp prst="textNoShape">
              <a:avLst/>
            </a:prstTxWarp>
          </a:bodyPr>
          <a:lstStyle/>
          <a:p>
            <a:pPr algn="ctr" defTabSz="1219170" fontAlgn="base">
              <a:lnSpc>
                <a:spcPct val="90000"/>
              </a:lnSpc>
              <a:spcBef>
                <a:spcPct val="0"/>
              </a:spcBef>
              <a:spcAft>
                <a:spcPct val="0"/>
              </a:spcAft>
            </a:pPr>
            <a:r>
              <a:rPr lang="en-US" sz="1333" dirty="0">
                <a:solidFill>
                  <a:schemeClr val="bg1"/>
                </a:solidFill>
                <a:latin typeface="IBM Plex Sans" panose="020B0503050203000203" pitchFamily="34" charset="0"/>
              </a:rPr>
              <a:t>Commit</a:t>
            </a:r>
          </a:p>
        </p:txBody>
      </p:sp>
      <p:sp>
        <p:nvSpPr>
          <p:cNvPr id="33" name="Chevron 32">
            <a:extLst>
              <a:ext uri="{FF2B5EF4-FFF2-40B4-BE49-F238E27FC236}">
                <a16:creationId xmlns:a16="http://schemas.microsoft.com/office/drawing/2014/main" id="{E6E2F45A-3B6E-B046-9E2F-78D46232826D}"/>
              </a:ext>
            </a:extLst>
          </p:cNvPr>
          <p:cNvSpPr/>
          <p:nvPr/>
        </p:nvSpPr>
        <p:spPr bwMode="auto">
          <a:xfrm>
            <a:off x="5496554" y="839303"/>
            <a:ext cx="3484884" cy="424071"/>
          </a:xfrm>
          <a:prstGeom prst="chevron">
            <a:avLst/>
          </a:prstGeom>
          <a:solidFill>
            <a:schemeClr val="accent3"/>
          </a:solidFill>
          <a:ln w="12700">
            <a:solidFill>
              <a:schemeClr val="tx1">
                <a:lumMod val="10000"/>
                <a:lumOff val="90000"/>
              </a:schemeClr>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8000" tIns="48000" rIns="48000" bIns="48000" numCol="1" rtlCol="0" anchor="ctr" anchorCtr="0" compatLnSpc="1">
            <a:prstTxWarp prst="textNoShape">
              <a:avLst/>
            </a:prstTxWarp>
          </a:bodyPr>
          <a:lstStyle/>
          <a:p>
            <a:pPr algn="ctr" defTabSz="1219170" fontAlgn="base">
              <a:lnSpc>
                <a:spcPct val="90000"/>
              </a:lnSpc>
              <a:spcBef>
                <a:spcPct val="0"/>
              </a:spcBef>
              <a:spcAft>
                <a:spcPct val="0"/>
              </a:spcAft>
            </a:pPr>
            <a:r>
              <a:rPr lang="en-US" sz="1600" b="1" dirty="0">
                <a:solidFill>
                  <a:schemeClr val="bg1"/>
                </a:solidFill>
                <a:latin typeface="IBM Plex Sans" panose="020B0503050203000203" pitchFamily="34" charset="0"/>
              </a:rPr>
              <a:t>Solution</a:t>
            </a:r>
          </a:p>
        </p:txBody>
      </p:sp>
      <p:sp>
        <p:nvSpPr>
          <p:cNvPr id="34" name="Rectangle 33">
            <a:extLst>
              <a:ext uri="{FF2B5EF4-FFF2-40B4-BE49-F238E27FC236}">
                <a16:creationId xmlns:a16="http://schemas.microsoft.com/office/drawing/2014/main" id="{438D0741-A7AD-184A-A952-FADBCF518549}"/>
              </a:ext>
            </a:extLst>
          </p:cNvPr>
          <p:cNvSpPr/>
          <p:nvPr/>
        </p:nvSpPr>
        <p:spPr bwMode="auto">
          <a:xfrm>
            <a:off x="8778231" y="1265571"/>
            <a:ext cx="1584956" cy="424071"/>
          </a:xfrm>
          <a:prstGeom prst="rect">
            <a:avLst/>
          </a:prstGeom>
          <a:solidFill>
            <a:srgbClr val="00B050"/>
          </a:solidFill>
          <a:ln w="12700">
            <a:solidFill>
              <a:schemeClr val="tx1">
                <a:lumMod val="10000"/>
                <a:lumOff val="90000"/>
              </a:schemeClr>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8000" tIns="48000" rIns="48000" bIns="48000" numCol="1" rtlCol="0" anchor="ctr" anchorCtr="0" compatLnSpc="1">
            <a:prstTxWarp prst="textNoShape">
              <a:avLst/>
            </a:prstTxWarp>
          </a:bodyPr>
          <a:lstStyle/>
          <a:p>
            <a:pPr algn="ctr" defTabSz="1219170" fontAlgn="base">
              <a:lnSpc>
                <a:spcPct val="90000"/>
              </a:lnSpc>
              <a:spcBef>
                <a:spcPct val="0"/>
              </a:spcBef>
              <a:spcAft>
                <a:spcPct val="0"/>
              </a:spcAft>
            </a:pPr>
            <a:r>
              <a:rPr lang="en-US" sz="1333" dirty="0">
                <a:solidFill>
                  <a:schemeClr val="bg1"/>
                </a:solidFill>
                <a:latin typeface="IBM Plex Sans" panose="020B0503050203000203" pitchFamily="34" charset="0"/>
              </a:rPr>
              <a:t>Justify</a:t>
            </a:r>
          </a:p>
        </p:txBody>
      </p:sp>
      <p:sp>
        <p:nvSpPr>
          <p:cNvPr id="35" name="Rectangle 34">
            <a:extLst>
              <a:ext uri="{FF2B5EF4-FFF2-40B4-BE49-F238E27FC236}">
                <a16:creationId xmlns:a16="http://schemas.microsoft.com/office/drawing/2014/main" id="{AE4057B8-906B-2D42-B5C8-8DC71C14F695}"/>
              </a:ext>
            </a:extLst>
          </p:cNvPr>
          <p:cNvSpPr/>
          <p:nvPr/>
        </p:nvSpPr>
        <p:spPr bwMode="auto">
          <a:xfrm>
            <a:off x="10363187" y="1265571"/>
            <a:ext cx="1584951" cy="424071"/>
          </a:xfrm>
          <a:prstGeom prst="rect">
            <a:avLst/>
          </a:prstGeom>
          <a:solidFill>
            <a:srgbClr val="00B050"/>
          </a:solidFill>
          <a:ln w="12700">
            <a:solidFill>
              <a:schemeClr val="tx1">
                <a:lumMod val="10000"/>
                <a:lumOff val="90000"/>
              </a:schemeClr>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8000" tIns="48000" rIns="48000" bIns="48000" numCol="1" rtlCol="0" anchor="ctr" anchorCtr="0" compatLnSpc="1">
            <a:prstTxWarp prst="textNoShape">
              <a:avLst/>
            </a:prstTxWarp>
          </a:bodyPr>
          <a:lstStyle/>
          <a:p>
            <a:pPr algn="ctr" defTabSz="1219170" fontAlgn="base">
              <a:lnSpc>
                <a:spcPct val="90000"/>
              </a:lnSpc>
              <a:spcBef>
                <a:spcPct val="0"/>
              </a:spcBef>
              <a:spcAft>
                <a:spcPct val="0"/>
              </a:spcAft>
            </a:pPr>
            <a:r>
              <a:rPr lang="en-US" sz="1333" dirty="0">
                <a:solidFill>
                  <a:schemeClr val="bg1"/>
                </a:solidFill>
                <a:latin typeface="IBM Plex Sans" panose="020B0503050203000203" pitchFamily="34" charset="0"/>
              </a:rPr>
              <a:t>Decide</a:t>
            </a:r>
          </a:p>
        </p:txBody>
      </p:sp>
      <p:sp>
        <p:nvSpPr>
          <p:cNvPr id="36" name="Chevron 35">
            <a:extLst>
              <a:ext uri="{FF2B5EF4-FFF2-40B4-BE49-F238E27FC236}">
                <a16:creationId xmlns:a16="http://schemas.microsoft.com/office/drawing/2014/main" id="{8A2A1071-8109-264A-9240-E83C4232F7A8}"/>
              </a:ext>
            </a:extLst>
          </p:cNvPr>
          <p:cNvSpPr/>
          <p:nvPr/>
        </p:nvSpPr>
        <p:spPr bwMode="auto">
          <a:xfrm>
            <a:off x="8778232" y="839303"/>
            <a:ext cx="3383289" cy="424071"/>
          </a:xfrm>
          <a:prstGeom prst="chevron">
            <a:avLst/>
          </a:prstGeom>
          <a:solidFill>
            <a:srgbClr val="00B050"/>
          </a:solidFill>
          <a:ln w="12700">
            <a:solidFill>
              <a:schemeClr val="tx1">
                <a:lumMod val="10000"/>
                <a:lumOff val="90000"/>
              </a:schemeClr>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8000" tIns="48000" rIns="48000" bIns="48000" numCol="1" rtlCol="0" anchor="ctr" anchorCtr="0" compatLnSpc="1">
            <a:prstTxWarp prst="textNoShape">
              <a:avLst/>
            </a:prstTxWarp>
          </a:bodyPr>
          <a:lstStyle/>
          <a:p>
            <a:pPr algn="ctr" defTabSz="1219170" fontAlgn="base">
              <a:lnSpc>
                <a:spcPct val="90000"/>
              </a:lnSpc>
              <a:spcBef>
                <a:spcPct val="0"/>
              </a:spcBef>
              <a:spcAft>
                <a:spcPct val="0"/>
              </a:spcAft>
            </a:pPr>
            <a:r>
              <a:rPr lang="en-US" sz="1600" b="1" dirty="0">
                <a:solidFill>
                  <a:schemeClr val="bg1"/>
                </a:solidFill>
                <a:latin typeface="IBM Plex Sans" panose="020B0503050203000203" pitchFamily="34" charset="0"/>
              </a:rPr>
              <a:t>Selection</a:t>
            </a:r>
          </a:p>
        </p:txBody>
      </p:sp>
      <p:sp>
        <p:nvSpPr>
          <p:cNvPr id="39" name="Rectangle 38">
            <a:extLst>
              <a:ext uri="{FF2B5EF4-FFF2-40B4-BE49-F238E27FC236}">
                <a16:creationId xmlns:a16="http://schemas.microsoft.com/office/drawing/2014/main" id="{DE2FCF9D-5723-6441-9445-D7935152002C}"/>
              </a:ext>
            </a:extLst>
          </p:cNvPr>
          <p:cNvSpPr/>
          <p:nvPr/>
        </p:nvSpPr>
        <p:spPr bwMode="auto">
          <a:xfrm>
            <a:off x="5496550" y="1682652"/>
            <a:ext cx="3281681" cy="865632"/>
          </a:xfrm>
          <a:prstGeom prst="rect">
            <a:avLst/>
          </a:prstGeom>
          <a:noFill/>
          <a:ln w="12700">
            <a:solidFill>
              <a:schemeClr val="tx1">
                <a:lumMod val="10000"/>
                <a:lumOff val="90000"/>
              </a:schemeClr>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8000" tIns="48000" rIns="48000" bIns="48000" numCol="1" rtlCol="0" anchor="ctr" anchorCtr="0" compatLnSpc="1">
            <a:prstTxWarp prst="textNoShape">
              <a:avLst/>
            </a:prstTxWarp>
          </a:bodyPr>
          <a:lstStyle/>
          <a:p>
            <a:pPr defTabSz="1219170" fontAlgn="base">
              <a:lnSpc>
                <a:spcPct val="90000"/>
              </a:lnSpc>
              <a:spcBef>
                <a:spcPct val="0"/>
              </a:spcBef>
              <a:spcAft>
                <a:spcPct val="0"/>
              </a:spcAft>
            </a:pPr>
            <a:endParaRPr lang="en-US" sz="1467" dirty="0">
              <a:solidFill>
                <a:schemeClr val="bg1"/>
              </a:solidFill>
              <a:latin typeface="IBM Plex Sans" panose="020B0503050203000203" pitchFamily="34" charset="0"/>
            </a:endParaRPr>
          </a:p>
        </p:txBody>
      </p:sp>
      <p:sp>
        <p:nvSpPr>
          <p:cNvPr id="40" name="Rectangle 39">
            <a:extLst>
              <a:ext uri="{FF2B5EF4-FFF2-40B4-BE49-F238E27FC236}">
                <a16:creationId xmlns:a16="http://schemas.microsoft.com/office/drawing/2014/main" id="{603E3506-9464-4F4E-9E6E-133A20AEC265}"/>
              </a:ext>
            </a:extLst>
          </p:cNvPr>
          <p:cNvSpPr/>
          <p:nvPr/>
        </p:nvSpPr>
        <p:spPr bwMode="auto">
          <a:xfrm>
            <a:off x="5496550" y="2551878"/>
            <a:ext cx="3281681" cy="886261"/>
          </a:xfrm>
          <a:prstGeom prst="rect">
            <a:avLst/>
          </a:prstGeom>
          <a:noFill/>
          <a:ln w="12700">
            <a:solidFill>
              <a:schemeClr val="tx1">
                <a:lumMod val="10000"/>
                <a:lumOff val="90000"/>
              </a:schemeClr>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8000" tIns="48000" rIns="48000" bIns="48000" numCol="1" rtlCol="0" anchor="ctr" anchorCtr="0" compatLnSpc="1">
            <a:prstTxWarp prst="textNoShape">
              <a:avLst/>
            </a:prstTxWarp>
          </a:bodyPr>
          <a:lstStyle/>
          <a:p>
            <a:pPr defTabSz="1219170" fontAlgn="base">
              <a:lnSpc>
                <a:spcPct val="90000"/>
              </a:lnSpc>
              <a:spcBef>
                <a:spcPct val="0"/>
              </a:spcBef>
              <a:spcAft>
                <a:spcPct val="0"/>
              </a:spcAft>
            </a:pPr>
            <a:endParaRPr lang="en-US" sz="1467" dirty="0">
              <a:solidFill>
                <a:schemeClr val="bg1"/>
              </a:solidFill>
              <a:latin typeface="IBM Plex Sans" panose="020B0503050203000203" pitchFamily="34" charset="0"/>
            </a:endParaRPr>
          </a:p>
        </p:txBody>
      </p:sp>
      <p:sp>
        <p:nvSpPr>
          <p:cNvPr id="41" name="Rectangle 40">
            <a:extLst>
              <a:ext uri="{FF2B5EF4-FFF2-40B4-BE49-F238E27FC236}">
                <a16:creationId xmlns:a16="http://schemas.microsoft.com/office/drawing/2014/main" id="{5AD0AA25-5D3F-2246-B4C1-811B5B108188}"/>
              </a:ext>
            </a:extLst>
          </p:cNvPr>
          <p:cNvSpPr/>
          <p:nvPr/>
        </p:nvSpPr>
        <p:spPr bwMode="auto">
          <a:xfrm>
            <a:off x="5496551" y="3438139"/>
            <a:ext cx="1584955" cy="862744"/>
          </a:xfrm>
          <a:prstGeom prst="rect">
            <a:avLst/>
          </a:prstGeom>
          <a:noFill/>
          <a:ln w="12700">
            <a:solidFill>
              <a:schemeClr val="tx1">
                <a:lumMod val="10000"/>
                <a:lumOff val="90000"/>
              </a:schemeClr>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8000" tIns="48000" rIns="48000" bIns="48000" numCol="1" rtlCol="0" anchor="t" anchorCtr="0" compatLnSpc="1">
            <a:prstTxWarp prst="textNoShape">
              <a:avLst/>
            </a:prstTxWarp>
          </a:bodyPr>
          <a:lstStyle/>
          <a:p>
            <a:pPr marL="237061" indent="-237061" defTabSz="1219170" fontAlgn="base">
              <a:lnSpc>
                <a:spcPct val="90000"/>
              </a:lnSpc>
              <a:spcBef>
                <a:spcPct val="0"/>
              </a:spcBef>
              <a:spcAft>
                <a:spcPct val="0"/>
              </a:spcAft>
              <a:buFont typeface="+mj-lt"/>
              <a:buAutoNum type="arabicPeriod" startAt="10"/>
            </a:pPr>
            <a:r>
              <a:rPr lang="en-US" sz="1067" dirty="0">
                <a:solidFill>
                  <a:schemeClr val="bg1"/>
                </a:solidFill>
                <a:latin typeface="IBM Plex Sans" panose="020B0503050203000203" pitchFamily="34" charset="0"/>
              </a:rPr>
              <a:t>White Papers</a:t>
            </a:r>
          </a:p>
          <a:p>
            <a:pPr marL="237061" indent="-237061" defTabSz="1219170" fontAlgn="base">
              <a:lnSpc>
                <a:spcPct val="90000"/>
              </a:lnSpc>
              <a:spcBef>
                <a:spcPct val="0"/>
              </a:spcBef>
              <a:spcAft>
                <a:spcPct val="0"/>
              </a:spcAft>
              <a:buFont typeface="+mj-lt"/>
              <a:buAutoNum type="arabicPeriod" startAt="10"/>
            </a:pPr>
            <a:r>
              <a:rPr lang="en-US" sz="1067" dirty="0">
                <a:solidFill>
                  <a:schemeClr val="bg1"/>
                </a:solidFill>
                <a:latin typeface="IBM Plex Sans" panose="020B0503050203000203" pitchFamily="34" charset="0"/>
              </a:rPr>
              <a:t>Solution Brief</a:t>
            </a:r>
          </a:p>
          <a:p>
            <a:pPr marL="237061" indent="-237061" defTabSz="1219170" fontAlgn="base">
              <a:lnSpc>
                <a:spcPct val="90000"/>
              </a:lnSpc>
              <a:spcBef>
                <a:spcPct val="0"/>
              </a:spcBef>
              <a:spcAft>
                <a:spcPct val="0"/>
              </a:spcAft>
              <a:buFont typeface="+mj-lt"/>
              <a:buAutoNum type="arabicPeriod" startAt="10"/>
            </a:pPr>
            <a:r>
              <a:rPr lang="en-US" sz="1067" dirty="0">
                <a:solidFill>
                  <a:schemeClr val="bg1"/>
                </a:solidFill>
                <a:latin typeface="IBM Plex Sans" panose="020B0503050203000203" pitchFamily="34" charset="0"/>
              </a:rPr>
              <a:t>Best Practice Guide</a:t>
            </a:r>
          </a:p>
          <a:p>
            <a:pPr marL="237061" indent="-237061" defTabSz="1219170" fontAlgn="base">
              <a:lnSpc>
                <a:spcPct val="90000"/>
              </a:lnSpc>
              <a:spcBef>
                <a:spcPct val="0"/>
              </a:spcBef>
              <a:spcAft>
                <a:spcPct val="0"/>
              </a:spcAft>
              <a:buFont typeface="+mj-lt"/>
              <a:buAutoNum type="arabicPeriod" startAt="10"/>
            </a:pPr>
            <a:r>
              <a:rPr lang="en-US" sz="1067" dirty="0">
                <a:solidFill>
                  <a:schemeClr val="bg1"/>
                </a:solidFill>
                <a:latin typeface="IBM Plex Sans" panose="020B0503050203000203" pitchFamily="34" charset="0"/>
              </a:rPr>
              <a:t>Architecture Briefs</a:t>
            </a:r>
          </a:p>
        </p:txBody>
      </p:sp>
      <p:sp>
        <p:nvSpPr>
          <p:cNvPr id="42" name="Rectangle 41">
            <a:extLst>
              <a:ext uri="{FF2B5EF4-FFF2-40B4-BE49-F238E27FC236}">
                <a16:creationId xmlns:a16="http://schemas.microsoft.com/office/drawing/2014/main" id="{20298987-3B79-7A4A-B42B-EB871EDB260E}"/>
              </a:ext>
            </a:extLst>
          </p:cNvPr>
          <p:cNvSpPr/>
          <p:nvPr/>
        </p:nvSpPr>
        <p:spPr bwMode="auto">
          <a:xfrm>
            <a:off x="7081503" y="3438139"/>
            <a:ext cx="1696727" cy="862744"/>
          </a:xfrm>
          <a:prstGeom prst="rect">
            <a:avLst/>
          </a:prstGeom>
          <a:noFill/>
          <a:ln w="12700">
            <a:solidFill>
              <a:schemeClr val="tx1">
                <a:lumMod val="10000"/>
                <a:lumOff val="90000"/>
              </a:schemeClr>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8000" tIns="48000" rIns="48000" bIns="48000" numCol="1" rtlCol="0" anchor="t" anchorCtr="0" compatLnSpc="1">
            <a:prstTxWarp prst="textNoShape">
              <a:avLst/>
            </a:prstTxWarp>
          </a:bodyPr>
          <a:lstStyle/>
          <a:p>
            <a:pPr marL="237061" indent="-237061" defTabSz="1219170" fontAlgn="base">
              <a:lnSpc>
                <a:spcPct val="90000"/>
              </a:lnSpc>
              <a:spcBef>
                <a:spcPct val="0"/>
              </a:spcBef>
              <a:spcAft>
                <a:spcPct val="0"/>
              </a:spcAft>
              <a:buFont typeface="+mj-lt"/>
              <a:buAutoNum type="arabicPeriod" startAt="14"/>
            </a:pPr>
            <a:r>
              <a:rPr lang="en-US" sz="1067" dirty="0">
                <a:solidFill>
                  <a:schemeClr val="bg1"/>
                </a:solidFill>
                <a:latin typeface="IBM Plex Sans" panose="020B0503050203000203" pitchFamily="34" charset="0"/>
              </a:rPr>
              <a:t>Architectural Brief</a:t>
            </a:r>
          </a:p>
          <a:p>
            <a:pPr marL="228594" indent="-228594" defTabSz="1219170" fontAlgn="base">
              <a:lnSpc>
                <a:spcPct val="90000"/>
              </a:lnSpc>
              <a:spcBef>
                <a:spcPct val="0"/>
              </a:spcBef>
              <a:spcAft>
                <a:spcPct val="0"/>
              </a:spcAft>
              <a:buFont typeface="+mj-lt"/>
              <a:buAutoNum type="arabicPeriod" startAt="14"/>
            </a:pPr>
            <a:r>
              <a:rPr lang="en-US" sz="1067" dirty="0">
                <a:solidFill>
                  <a:schemeClr val="bg1"/>
                </a:solidFill>
                <a:latin typeface="IBM Plex Sans" panose="020B0503050203000203" pitchFamily="34" charset="0"/>
              </a:rPr>
              <a:t>Competitive Details</a:t>
            </a:r>
          </a:p>
        </p:txBody>
      </p:sp>
      <p:sp>
        <p:nvSpPr>
          <p:cNvPr id="43" name="Rectangle 42">
            <a:extLst>
              <a:ext uri="{FF2B5EF4-FFF2-40B4-BE49-F238E27FC236}">
                <a16:creationId xmlns:a16="http://schemas.microsoft.com/office/drawing/2014/main" id="{39338F46-9BF9-374F-ABE9-DFD5EF2A48A7}"/>
              </a:ext>
            </a:extLst>
          </p:cNvPr>
          <p:cNvSpPr/>
          <p:nvPr/>
        </p:nvSpPr>
        <p:spPr bwMode="auto">
          <a:xfrm>
            <a:off x="5496547" y="4300375"/>
            <a:ext cx="1584955" cy="885572"/>
          </a:xfrm>
          <a:prstGeom prst="rect">
            <a:avLst/>
          </a:prstGeom>
          <a:noFill/>
          <a:ln w="12700">
            <a:solidFill>
              <a:schemeClr val="tx1">
                <a:lumMod val="10000"/>
                <a:lumOff val="90000"/>
              </a:schemeClr>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8000" tIns="48000" rIns="48000" bIns="48000" numCol="1" rtlCol="0" anchor="t" anchorCtr="0" compatLnSpc="1">
            <a:prstTxWarp prst="textNoShape">
              <a:avLst/>
            </a:prstTxWarp>
          </a:bodyPr>
          <a:lstStyle/>
          <a:p>
            <a:pPr marL="237061" indent="-237061" defTabSz="1219170" fontAlgn="base">
              <a:lnSpc>
                <a:spcPct val="90000"/>
              </a:lnSpc>
              <a:spcBef>
                <a:spcPct val="0"/>
              </a:spcBef>
              <a:spcAft>
                <a:spcPct val="0"/>
              </a:spcAft>
              <a:buFont typeface="+mj-lt"/>
              <a:buAutoNum type="arabicPeriod" startAt="9"/>
            </a:pPr>
            <a:r>
              <a:rPr lang="en-US" sz="1067" dirty="0">
                <a:solidFill>
                  <a:schemeClr val="bg1"/>
                </a:solidFill>
                <a:latin typeface="IBM Plex Sans" panose="020B0503050203000203" pitchFamily="34" charset="0"/>
              </a:rPr>
              <a:t>Events/EBC</a:t>
            </a:r>
          </a:p>
          <a:p>
            <a:pPr marL="228594" indent="-228594" defTabSz="1219170" fontAlgn="base">
              <a:lnSpc>
                <a:spcPct val="90000"/>
              </a:lnSpc>
              <a:spcBef>
                <a:spcPct val="0"/>
              </a:spcBef>
              <a:spcAft>
                <a:spcPct val="0"/>
              </a:spcAft>
              <a:buFont typeface="+mj-lt"/>
              <a:buAutoNum type="arabicPeriod" startAt="9"/>
            </a:pPr>
            <a:r>
              <a:rPr lang="en-US" sz="1067" dirty="0">
                <a:solidFill>
                  <a:schemeClr val="bg1"/>
                </a:solidFill>
                <a:latin typeface="IBM Plex Sans" panose="020B0503050203000203" pitchFamily="34" charset="0"/>
              </a:rPr>
              <a:t>Live Demonstration</a:t>
            </a:r>
          </a:p>
          <a:p>
            <a:pPr marL="228594" indent="-228594" defTabSz="1219170" fontAlgn="base">
              <a:lnSpc>
                <a:spcPct val="90000"/>
              </a:lnSpc>
              <a:spcBef>
                <a:spcPct val="0"/>
              </a:spcBef>
              <a:spcAft>
                <a:spcPct val="0"/>
              </a:spcAft>
              <a:buFont typeface="+mj-lt"/>
              <a:buAutoNum type="arabicPeriod" startAt="9"/>
            </a:pPr>
            <a:r>
              <a:rPr lang="en-US" sz="1067" dirty="0">
                <a:solidFill>
                  <a:schemeClr val="bg1"/>
                </a:solidFill>
                <a:latin typeface="IBM Plex Sans" panose="020B0503050203000203" pitchFamily="34" charset="0"/>
              </a:rPr>
              <a:t>Company Website</a:t>
            </a:r>
          </a:p>
          <a:p>
            <a:pPr marL="228594" indent="-228594" defTabSz="1219170" fontAlgn="base">
              <a:lnSpc>
                <a:spcPct val="90000"/>
              </a:lnSpc>
              <a:spcBef>
                <a:spcPct val="0"/>
              </a:spcBef>
              <a:spcAft>
                <a:spcPct val="0"/>
              </a:spcAft>
              <a:buFont typeface="+mj-lt"/>
              <a:buAutoNum type="arabicPeriod" startAt="9"/>
            </a:pPr>
            <a:r>
              <a:rPr lang="en-US" sz="1067" dirty="0">
                <a:solidFill>
                  <a:schemeClr val="bg1"/>
                </a:solidFill>
                <a:latin typeface="IBM Plex Sans" panose="020B0503050203000203" pitchFamily="34" charset="0"/>
              </a:rPr>
              <a:t>BP Website</a:t>
            </a:r>
          </a:p>
          <a:p>
            <a:pPr marL="228594" indent="-228594" defTabSz="1219170" fontAlgn="base">
              <a:lnSpc>
                <a:spcPct val="90000"/>
              </a:lnSpc>
              <a:spcBef>
                <a:spcPct val="0"/>
              </a:spcBef>
              <a:spcAft>
                <a:spcPct val="0"/>
              </a:spcAft>
              <a:buFont typeface="+mj-lt"/>
              <a:buAutoNum type="arabicPeriod" startAt="9"/>
            </a:pPr>
            <a:r>
              <a:rPr lang="en-US" sz="1067" dirty="0">
                <a:solidFill>
                  <a:schemeClr val="bg1"/>
                </a:solidFill>
                <a:latin typeface="IBM Plex Sans" panose="020B0503050203000203" pitchFamily="34" charset="0"/>
              </a:rPr>
              <a:t>Analyst Websites</a:t>
            </a:r>
          </a:p>
        </p:txBody>
      </p:sp>
      <p:sp>
        <p:nvSpPr>
          <p:cNvPr id="44" name="Rectangle 43">
            <a:extLst>
              <a:ext uri="{FF2B5EF4-FFF2-40B4-BE49-F238E27FC236}">
                <a16:creationId xmlns:a16="http://schemas.microsoft.com/office/drawing/2014/main" id="{E5543E6C-DBF3-2241-A6A7-6C317CC560C3}"/>
              </a:ext>
            </a:extLst>
          </p:cNvPr>
          <p:cNvSpPr/>
          <p:nvPr/>
        </p:nvSpPr>
        <p:spPr bwMode="auto">
          <a:xfrm>
            <a:off x="7081499" y="4300375"/>
            <a:ext cx="1696727" cy="885572"/>
          </a:xfrm>
          <a:prstGeom prst="rect">
            <a:avLst/>
          </a:prstGeom>
          <a:noFill/>
          <a:ln w="12700">
            <a:solidFill>
              <a:schemeClr val="tx1">
                <a:lumMod val="10000"/>
                <a:lumOff val="90000"/>
              </a:schemeClr>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8000" tIns="48000" rIns="48000" bIns="48000" numCol="1" rtlCol="0" anchor="t" anchorCtr="0" compatLnSpc="1">
            <a:prstTxWarp prst="textNoShape">
              <a:avLst/>
            </a:prstTxWarp>
          </a:bodyPr>
          <a:lstStyle/>
          <a:p>
            <a:pPr marL="237061" indent="-237061" defTabSz="1219170" fontAlgn="base">
              <a:lnSpc>
                <a:spcPct val="90000"/>
              </a:lnSpc>
              <a:spcBef>
                <a:spcPct val="0"/>
              </a:spcBef>
              <a:spcAft>
                <a:spcPct val="0"/>
              </a:spcAft>
              <a:buFont typeface="+mj-lt"/>
              <a:buAutoNum type="arabicPeriod" startAt="14"/>
            </a:pPr>
            <a:r>
              <a:rPr lang="en-US" sz="1067" dirty="0">
                <a:solidFill>
                  <a:schemeClr val="bg1"/>
                </a:solidFill>
                <a:latin typeface="IBM Plex Sans" panose="020B0503050203000203" pitchFamily="34" charset="0"/>
              </a:rPr>
              <a:t>Assessments</a:t>
            </a:r>
          </a:p>
          <a:p>
            <a:pPr marL="228594" indent="-228594" defTabSz="1219170" fontAlgn="base">
              <a:lnSpc>
                <a:spcPct val="90000"/>
              </a:lnSpc>
              <a:spcBef>
                <a:spcPct val="0"/>
              </a:spcBef>
              <a:spcAft>
                <a:spcPct val="0"/>
              </a:spcAft>
              <a:buFont typeface="+mj-lt"/>
              <a:buAutoNum type="arabicPeriod" startAt="14"/>
            </a:pPr>
            <a:r>
              <a:rPr lang="en-US" sz="1067" dirty="0">
                <a:solidFill>
                  <a:schemeClr val="bg1"/>
                </a:solidFill>
                <a:latin typeface="IBM Plex Sans" panose="020B0503050203000203" pitchFamily="34" charset="0"/>
              </a:rPr>
              <a:t>Roadmap Session</a:t>
            </a:r>
          </a:p>
          <a:p>
            <a:pPr marL="228594" indent="-228594" defTabSz="1219170" fontAlgn="base">
              <a:lnSpc>
                <a:spcPct val="90000"/>
              </a:lnSpc>
              <a:spcBef>
                <a:spcPct val="0"/>
              </a:spcBef>
              <a:spcAft>
                <a:spcPct val="0"/>
              </a:spcAft>
              <a:buFont typeface="+mj-lt"/>
              <a:buAutoNum type="arabicPeriod" startAt="14"/>
            </a:pPr>
            <a:r>
              <a:rPr lang="en-US" sz="1067" dirty="0">
                <a:solidFill>
                  <a:schemeClr val="bg1"/>
                </a:solidFill>
                <a:latin typeface="IBM Plex Sans" panose="020B0503050203000203" pitchFamily="34" charset="0"/>
              </a:rPr>
              <a:t>Live Product Demo</a:t>
            </a:r>
          </a:p>
          <a:p>
            <a:pPr marL="228594" indent="-228594" defTabSz="1219170" fontAlgn="base">
              <a:lnSpc>
                <a:spcPct val="90000"/>
              </a:lnSpc>
              <a:spcBef>
                <a:spcPct val="0"/>
              </a:spcBef>
              <a:spcAft>
                <a:spcPct val="0"/>
              </a:spcAft>
              <a:buFont typeface="+mj-lt"/>
              <a:buAutoNum type="arabicPeriod" startAt="14"/>
            </a:pPr>
            <a:r>
              <a:rPr lang="en-US" sz="1067" dirty="0">
                <a:solidFill>
                  <a:schemeClr val="bg1"/>
                </a:solidFill>
                <a:latin typeface="IBM Plex Sans" panose="020B0503050203000203" pitchFamily="34" charset="0"/>
              </a:rPr>
              <a:t>Trial / </a:t>
            </a:r>
            <a:r>
              <a:rPr lang="en-US" sz="1067" dirty="0" err="1">
                <a:solidFill>
                  <a:schemeClr val="bg1"/>
                </a:solidFill>
                <a:latin typeface="IBM Plex Sans" panose="020B0503050203000203" pitchFamily="34" charset="0"/>
              </a:rPr>
              <a:t>PoC</a:t>
            </a:r>
            <a:endParaRPr lang="en-US" sz="1067" dirty="0">
              <a:solidFill>
                <a:schemeClr val="bg1"/>
              </a:solidFill>
              <a:latin typeface="IBM Plex Sans" panose="020B0503050203000203" pitchFamily="34" charset="0"/>
            </a:endParaRPr>
          </a:p>
        </p:txBody>
      </p:sp>
      <p:sp>
        <p:nvSpPr>
          <p:cNvPr id="45" name="Rectangle 44">
            <a:extLst>
              <a:ext uri="{FF2B5EF4-FFF2-40B4-BE49-F238E27FC236}">
                <a16:creationId xmlns:a16="http://schemas.microsoft.com/office/drawing/2014/main" id="{61752F76-DED7-0F4A-A9CF-FAA94560E6FC}"/>
              </a:ext>
            </a:extLst>
          </p:cNvPr>
          <p:cNvSpPr/>
          <p:nvPr/>
        </p:nvSpPr>
        <p:spPr bwMode="auto">
          <a:xfrm>
            <a:off x="5496544" y="5183612"/>
            <a:ext cx="1584955" cy="719328"/>
          </a:xfrm>
          <a:prstGeom prst="rect">
            <a:avLst/>
          </a:prstGeom>
          <a:noFill/>
          <a:ln w="12700">
            <a:solidFill>
              <a:schemeClr val="tx1">
                <a:lumMod val="10000"/>
                <a:lumOff val="90000"/>
              </a:schemeClr>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8000" tIns="48000" rIns="48000" bIns="48000" numCol="1" rtlCol="0" anchor="t" anchorCtr="0" compatLnSpc="1">
            <a:prstTxWarp prst="textNoShape">
              <a:avLst/>
            </a:prstTxWarp>
          </a:bodyPr>
          <a:lstStyle/>
          <a:p>
            <a:pPr marL="237061" indent="-237061" defTabSz="1219170" fontAlgn="base">
              <a:lnSpc>
                <a:spcPct val="90000"/>
              </a:lnSpc>
              <a:spcBef>
                <a:spcPct val="0"/>
              </a:spcBef>
              <a:spcAft>
                <a:spcPct val="0"/>
              </a:spcAft>
              <a:buFont typeface="+mj-lt"/>
              <a:buAutoNum type="arabicPeriod" startAt="9"/>
            </a:pPr>
            <a:r>
              <a:rPr lang="en-US" sz="1067" dirty="0">
                <a:solidFill>
                  <a:schemeClr val="bg1"/>
                </a:solidFill>
                <a:latin typeface="IBM Plex Sans" panose="020B0503050203000203" pitchFamily="34" charset="0"/>
              </a:rPr>
              <a:t>Thought Leading Content</a:t>
            </a:r>
          </a:p>
          <a:p>
            <a:pPr marL="237061" indent="-237061" defTabSz="1219170" fontAlgn="base">
              <a:lnSpc>
                <a:spcPct val="90000"/>
              </a:lnSpc>
              <a:spcBef>
                <a:spcPct val="0"/>
              </a:spcBef>
              <a:spcAft>
                <a:spcPct val="0"/>
              </a:spcAft>
              <a:buFont typeface="+mj-lt"/>
              <a:buAutoNum type="arabicPeriod" startAt="9"/>
            </a:pPr>
            <a:r>
              <a:rPr lang="en-US" sz="1067" dirty="0">
                <a:solidFill>
                  <a:schemeClr val="bg1"/>
                </a:solidFill>
                <a:latin typeface="IBM Plex Sans" panose="020B0503050203000203" pitchFamily="34" charset="0"/>
              </a:rPr>
              <a:t>Vendor Agnostic Materials</a:t>
            </a:r>
          </a:p>
        </p:txBody>
      </p:sp>
      <p:sp>
        <p:nvSpPr>
          <p:cNvPr id="46" name="Rectangle 45">
            <a:extLst>
              <a:ext uri="{FF2B5EF4-FFF2-40B4-BE49-F238E27FC236}">
                <a16:creationId xmlns:a16="http://schemas.microsoft.com/office/drawing/2014/main" id="{C0EC1424-3171-0246-BA7F-ECF44ABDB719}"/>
              </a:ext>
            </a:extLst>
          </p:cNvPr>
          <p:cNvSpPr/>
          <p:nvPr/>
        </p:nvSpPr>
        <p:spPr bwMode="auto">
          <a:xfrm>
            <a:off x="7081497" y="5183612"/>
            <a:ext cx="1696727" cy="719328"/>
          </a:xfrm>
          <a:prstGeom prst="rect">
            <a:avLst/>
          </a:prstGeom>
          <a:noFill/>
          <a:ln w="12700">
            <a:solidFill>
              <a:schemeClr val="tx1">
                <a:lumMod val="10000"/>
                <a:lumOff val="90000"/>
              </a:schemeClr>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8000" tIns="48000" rIns="48000" bIns="48000" numCol="1" rtlCol="0" anchor="t" anchorCtr="0" compatLnSpc="1">
            <a:prstTxWarp prst="textNoShape">
              <a:avLst/>
            </a:prstTxWarp>
          </a:bodyPr>
          <a:lstStyle/>
          <a:p>
            <a:pPr marL="237061" indent="-237061" defTabSz="1219170" fontAlgn="base">
              <a:lnSpc>
                <a:spcPct val="90000"/>
              </a:lnSpc>
              <a:spcBef>
                <a:spcPct val="0"/>
              </a:spcBef>
              <a:spcAft>
                <a:spcPct val="0"/>
              </a:spcAft>
              <a:buFont typeface="+mj-lt"/>
              <a:buAutoNum type="arabicPeriod" startAt="11"/>
            </a:pPr>
            <a:r>
              <a:rPr lang="en-US" sz="1067" dirty="0">
                <a:solidFill>
                  <a:schemeClr val="bg1"/>
                </a:solidFill>
                <a:latin typeface="IBM Plex Sans" panose="020B0503050203000203" pitchFamily="34" charset="0"/>
              </a:rPr>
              <a:t>Internal Validation</a:t>
            </a:r>
          </a:p>
          <a:p>
            <a:pPr marL="237061" indent="-237061" defTabSz="1219170" fontAlgn="base">
              <a:lnSpc>
                <a:spcPct val="90000"/>
              </a:lnSpc>
              <a:spcBef>
                <a:spcPct val="0"/>
              </a:spcBef>
              <a:spcAft>
                <a:spcPct val="0"/>
              </a:spcAft>
              <a:buFont typeface="+mj-lt"/>
              <a:buAutoNum type="arabicPeriod" startAt="11"/>
            </a:pPr>
            <a:r>
              <a:rPr lang="en-US" sz="1067" dirty="0">
                <a:solidFill>
                  <a:schemeClr val="bg1"/>
                </a:solidFill>
                <a:latin typeface="IBM Plex Sans" panose="020B0503050203000203" pitchFamily="34" charset="0"/>
              </a:rPr>
              <a:t>Easy to Use Solution</a:t>
            </a:r>
          </a:p>
          <a:p>
            <a:pPr marL="237061" indent="-237061" defTabSz="1219170" fontAlgn="base">
              <a:lnSpc>
                <a:spcPct val="90000"/>
              </a:lnSpc>
              <a:spcBef>
                <a:spcPct val="0"/>
              </a:spcBef>
              <a:spcAft>
                <a:spcPct val="0"/>
              </a:spcAft>
              <a:buFont typeface="+mj-lt"/>
              <a:buAutoNum type="arabicPeriod" startAt="11"/>
            </a:pPr>
            <a:r>
              <a:rPr lang="en-US" sz="1067" dirty="0">
                <a:solidFill>
                  <a:schemeClr val="bg1"/>
                </a:solidFill>
                <a:latin typeface="IBM Plex Sans" panose="020B0503050203000203" pitchFamily="34" charset="0"/>
              </a:rPr>
              <a:t>Automation</a:t>
            </a:r>
          </a:p>
          <a:p>
            <a:pPr marL="237061" indent="-237061" defTabSz="1219170" fontAlgn="base">
              <a:lnSpc>
                <a:spcPct val="90000"/>
              </a:lnSpc>
              <a:spcBef>
                <a:spcPct val="0"/>
              </a:spcBef>
              <a:spcAft>
                <a:spcPct val="0"/>
              </a:spcAft>
              <a:buFont typeface="+mj-lt"/>
              <a:buAutoNum type="arabicPeriod" startAt="11"/>
            </a:pPr>
            <a:r>
              <a:rPr lang="en-US" sz="1067" dirty="0">
                <a:solidFill>
                  <a:schemeClr val="bg1"/>
                </a:solidFill>
                <a:latin typeface="IBM Plex Sans" panose="020B0503050203000203" pitchFamily="34" charset="0"/>
              </a:rPr>
              <a:t>Easy to Install</a:t>
            </a:r>
          </a:p>
        </p:txBody>
      </p:sp>
      <p:sp>
        <p:nvSpPr>
          <p:cNvPr id="47" name="Rectangle 46">
            <a:extLst>
              <a:ext uri="{FF2B5EF4-FFF2-40B4-BE49-F238E27FC236}">
                <a16:creationId xmlns:a16="http://schemas.microsoft.com/office/drawing/2014/main" id="{2477E852-42C1-BF4D-B0E8-F680224A45C8}"/>
              </a:ext>
            </a:extLst>
          </p:cNvPr>
          <p:cNvSpPr/>
          <p:nvPr/>
        </p:nvSpPr>
        <p:spPr bwMode="auto">
          <a:xfrm>
            <a:off x="5496544" y="5902943"/>
            <a:ext cx="1584955" cy="839168"/>
          </a:xfrm>
          <a:prstGeom prst="rect">
            <a:avLst/>
          </a:prstGeom>
          <a:noFill/>
          <a:ln w="12700">
            <a:solidFill>
              <a:schemeClr val="tx1">
                <a:lumMod val="10000"/>
                <a:lumOff val="90000"/>
              </a:schemeClr>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8000" tIns="48000" rIns="48000" bIns="48000" numCol="1" rtlCol="0" anchor="t" anchorCtr="0" compatLnSpc="1">
            <a:prstTxWarp prst="textNoShape">
              <a:avLst/>
            </a:prstTxWarp>
          </a:bodyPr>
          <a:lstStyle/>
          <a:p>
            <a:pPr marL="237061" indent="-237061" defTabSz="1219170" fontAlgn="base">
              <a:lnSpc>
                <a:spcPct val="90000"/>
              </a:lnSpc>
              <a:spcBef>
                <a:spcPct val="0"/>
              </a:spcBef>
              <a:spcAft>
                <a:spcPct val="0"/>
              </a:spcAft>
              <a:buFont typeface="+mj-lt"/>
              <a:buAutoNum type="arabicPeriod" startAt="7"/>
            </a:pPr>
            <a:r>
              <a:rPr lang="en-US" sz="1067" dirty="0">
                <a:solidFill>
                  <a:schemeClr val="bg1"/>
                </a:solidFill>
                <a:latin typeface="IBM Plex Sans" panose="020B0503050203000203" pitchFamily="34" charset="0"/>
              </a:rPr>
              <a:t>Not Present</a:t>
            </a:r>
          </a:p>
          <a:p>
            <a:pPr marL="237061" indent="-237061" defTabSz="1219170" fontAlgn="base">
              <a:lnSpc>
                <a:spcPct val="90000"/>
              </a:lnSpc>
              <a:spcBef>
                <a:spcPct val="0"/>
              </a:spcBef>
              <a:spcAft>
                <a:spcPct val="0"/>
              </a:spcAft>
              <a:buFont typeface="+mj-lt"/>
              <a:buAutoNum type="arabicPeriod" startAt="7"/>
            </a:pPr>
            <a:r>
              <a:rPr lang="en-US" sz="1067" dirty="0">
                <a:solidFill>
                  <a:schemeClr val="bg1"/>
                </a:solidFill>
                <a:latin typeface="IBM Plex Sans" panose="020B0503050203000203" pitchFamily="34" charset="0"/>
              </a:rPr>
              <a:t>CISO Problems Not Understood</a:t>
            </a:r>
          </a:p>
          <a:p>
            <a:pPr marL="237061" indent="-237061" defTabSz="1219170" fontAlgn="base">
              <a:lnSpc>
                <a:spcPct val="90000"/>
              </a:lnSpc>
              <a:spcBef>
                <a:spcPct val="0"/>
              </a:spcBef>
              <a:spcAft>
                <a:spcPct val="0"/>
              </a:spcAft>
              <a:buFont typeface="+mj-lt"/>
              <a:buAutoNum type="arabicPeriod" startAt="7"/>
            </a:pPr>
            <a:r>
              <a:rPr lang="en-US" sz="1067" dirty="0">
                <a:solidFill>
                  <a:schemeClr val="bg1"/>
                </a:solidFill>
                <a:latin typeface="IBM Plex Sans" panose="020B0503050203000203" pitchFamily="34" charset="0"/>
              </a:rPr>
              <a:t>Solution Mis-Match</a:t>
            </a:r>
          </a:p>
          <a:p>
            <a:pPr marL="237061" indent="-237061" defTabSz="1219170" fontAlgn="base">
              <a:lnSpc>
                <a:spcPct val="90000"/>
              </a:lnSpc>
              <a:spcBef>
                <a:spcPct val="0"/>
              </a:spcBef>
              <a:spcAft>
                <a:spcPct val="0"/>
              </a:spcAft>
              <a:buFont typeface="+mj-lt"/>
              <a:buAutoNum type="arabicPeriod" startAt="7"/>
            </a:pPr>
            <a:r>
              <a:rPr lang="en-US" sz="1067" dirty="0">
                <a:solidFill>
                  <a:schemeClr val="bg1"/>
                </a:solidFill>
                <a:latin typeface="IBM Plex Sans" panose="020B0503050203000203" pitchFamily="34" charset="0"/>
              </a:rPr>
              <a:t>Not a Leader</a:t>
            </a:r>
          </a:p>
        </p:txBody>
      </p:sp>
      <p:sp>
        <p:nvSpPr>
          <p:cNvPr id="48" name="Rectangle 47">
            <a:extLst>
              <a:ext uri="{FF2B5EF4-FFF2-40B4-BE49-F238E27FC236}">
                <a16:creationId xmlns:a16="http://schemas.microsoft.com/office/drawing/2014/main" id="{211BFAFD-5D55-5447-9053-4CF11D69DD48}"/>
              </a:ext>
            </a:extLst>
          </p:cNvPr>
          <p:cNvSpPr/>
          <p:nvPr/>
        </p:nvSpPr>
        <p:spPr bwMode="auto">
          <a:xfrm>
            <a:off x="7081497" y="5902943"/>
            <a:ext cx="1696727" cy="839168"/>
          </a:xfrm>
          <a:prstGeom prst="rect">
            <a:avLst/>
          </a:prstGeom>
          <a:noFill/>
          <a:ln w="12700">
            <a:solidFill>
              <a:schemeClr val="tx1">
                <a:lumMod val="10000"/>
                <a:lumOff val="90000"/>
              </a:schemeClr>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8000" tIns="48000" rIns="48000" bIns="48000" numCol="1" rtlCol="0" anchor="t" anchorCtr="0" compatLnSpc="1">
            <a:prstTxWarp prst="textNoShape">
              <a:avLst/>
            </a:prstTxWarp>
          </a:bodyPr>
          <a:lstStyle/>
          <a:p>
            <a:pPr marL="237061" indent="-237061" defTabSz="1219170" fontAlgn="base">
              <a:lnSpc>
                <a:spcPct val="90000"/>
              </a:lnSpc>
              <a:spcBef>
                <a:spcPct val="0"/>
              </a:spcBef>
              <a:spcAft>
                <a:spcPct val="0"/>
              </a:spcAft>
              <a:buFont typeface="+mj-lt"/>
              <a:buAutoNum type="arabicPeriod" startAt="11"/>
            </a:pPr>
            <a:r>
              <a:rPr lang="en-US" sz="1067" dirty="0">
                <a:solidFill>
                  <a:schemeClr val="bg1"/>
                </a:solidFill>
                <a:latin typeface="IBM Plex Sans" panose="020B0503050203000203" pitchFamily="34" charset="0"/>
              </a:rPr>
              <a:t>Price</a:t>
            </a:r>
          </a:p>
          <a:p>
            <a:pPr marL="237061" indent="-237061" defTabSz="1219170" fontAlgn="base">
              <a:lnSpc>
                <a:spcPct val="90000"/>
              </a:lnSpc>
              <a:spcBef>
                <a:spcPct val="0"/>
              </a:spcBef>
              <a:spcAft>
                <a:spcPct val="0"/>
              </a:spcAft>
              <a:buFont typeface="+mj-lt"/>
              <a:buAutoNum type="arabicPeriod" startAt="11"/>
            </a:pPr>
            <a:r>
              <a:rPr lang="en-US" sz="1067" dirty="0">
                <a:solidFill>
                  <a:schemeClr val="bg1"/>
                </a:solidFill>
                <a:latin typeface="IBM Plex Sans" panose="020B0503050203000203" pitchFamily="34" charset="0"/>
              </a:rPr>
              <a:t>Complexity</a:t>
            </a:r>
          </a:p>
          <a:p>
            <a:pPr marL="237061" indent="-237061" defTabSz="1219170" fontAlgn="base">
              <a:lnSpc>
                <a:spcPct val="90000"/>
              </a:lnSpc>
              <a:spcBef>
                <a:spcPct val="0"/>
              </a:spcBef>
              <a:spcAft>
                <a:spcPct val="0"/>
              </a:spcAft>
              <a:buFont typeface="+mj-lt"/>
              <a:buAutoNum type="arabicPeriod" startAt="11"/>
            </a:pPr>
            <a:r>
              <a:rPr lang="en-US" sz="1067" dirty="0">
                <a:solidFill>
                  <a:schemeClr val="bg1"/>
                </a:solidFill>
                <a:latin typeface="IBM Plex Sans" panose="020B0503050203000203" pitchFamily="34" charset="0"/>
              </a:rPr>
              <a:t>Black-Box</a:t>
            </a:r>
          </a:p>
          <a:p>
            <a:pPr marL="237061" indent="-237061" defTabSz="1219170" fontAlgn="base">
              <a:lnSpc>
                <a:spcPct val="90000"/>
              </a:lnSpc>
              <a:spcBef>
                <a:spcPct val="0"/>
              </a:spcBef>
              <a:spcAft>
                <a:spcPct val="0"/>
              </a:spcAft>
              <a:buFont typeface="+mj-lt"/>
              <a:buAutoNum type="arabicPeriod" startAt="11"/>
            </a:pPr>
            <a:r>
              <a:rPr lang="en-US" sz="1067" dirty="0">
                <a:solidFill>
                  <a:schemeClr val="bg1"/>
                </a:solidFill>
                <a:latin typeface="IBM Plex Sans" panose="020B0503050203000203" pitchFamily="34" charset="0"/>
              </a:rPr>
              <a:t>Not Future-Proof</a:t>
            </a:r>
          </a:p>
        </p:txBody>
      </p:sp>
      <p:sp>
        <p:nvSpPr>
          <p:cNvPr id="50" name="Rectangle 49">
            <a:extLst>
              <a:ext uri="{FF2B5EF4-FFF2-40B4-BE49-F238E27FC236}">
                <a16:creationId xmlns:a16="http://schemas.microsoft.com/office/drawing/2014/main" id="{3C2A8337-CDA4-724D-BAB8-AC98072D6595}"/>
              </a:ext>
            </a:extLst>
          </p:cNvPr>
          <p:cNvSpPr/>
          <p:nvPr/>
        </p:nvSpPr>
        <p:spPr bwMode="auto">
          <a:xfrm>
            <a:off x="8778212" y="1682652"/>
            <a:ext cx="3169904" cy="865632"/>
          </a:xfrm>
          <a:prstGeom prst="rect">
            <a:avLst/>
          </a:prstGeom>
          <a:noFill/>
          <a:ln w="12700">
            <a:solidFill>
              <a:schemeClr val="tx1">
                <a:lumMod val="10000"/>
                <a:lumOff val="90000"/>
              </a:schemeClr>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8000" tIns="48000" rIns="48000" bIns="48000" numCol="1" rtlCol="0" anchor="ctr" anchorCtr="0" compatLnSpc="1">
            <a:prstTxWarp prst="textNoShape">
              <a:avLst/>
            </a:prstTxWarp>
          </a:bodyPr>
          <a:lstStyle/>
          <a:p>
            <a:pPr defTabSz="1219170" fontAlgn="base">
              <a:lnSpc>
                <a:spcPct val="90000"/>
              </a:lnSpc>
              <a:spcBef>
                <a:spcPct val="0"/>
              </a:spcBef>
              <a:spcAft>
                <a:spcPct val="0"/>
              </a:spcAft>
            </a:pPr>
            <a:endParaRPr lang="en-US" sz="1467" dirty="0">
              <a:solidFill>
                <a:schemeClr val="bg1"/>
              </a:solidFill>
              <a:latin typeface="IBM Plex Sans" panose="020B0503050203000203" pitchFamily="34" charset="0"/>
            </a:endParaRPr>
          </a:p>
        </p:txBody>
      </p:sp>
      <p:sp>
        <p:nvSpPr>
          <p:cNvPr id="51" name="Rectangle 50">
            <a:extLst>
              <a:ext uri="{FF2B5EF4-FFF2-40B4-BE49-F238E27FC236}">
                <a16:creationId xmlns:a16="http://schemas.microsoft.com/office/drawing/2014/main" id="{28FD7121-CD93-3441-8796-22D40D7700C0}"/>
              </a:ext>
            </a:extLst>
          </p:cNvPr>
          <p:cNvSpPr/>
          <p:nvPr/>
        </p:nvSpPr>
        <p:spPr bwMode="auto">
          <a:xfrm>
            <a:off x="8778212" y="2548123"/>
            <a:ext cx="3169904" cy="890016"/>
          </a:xfrm>
          <a:prstGeom prst="rect">
            <a:avLst/>
          </a:prstGeom>
          <a:noFill/>
          <a:ln w="12700">
            <a:solidFill>
              <a:schemeClr val="tx1">
                <a:lumMod val="10000"/>
                <a:lumOff val="90000"/>
              </a:schemeClr>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8000" tIns="48000" rIns="48000" bIns="48000" numCol="1" rtlCol="0" anchor="ctr" anchorCtr="0" compatLnSpc="1">
            <a:prstTxWarp prst="textNoShape">
              <a:avLst/>
            </a:prstTxWarp>
          </a:bodyPr>
          <a:lstStyle/>
          <a:p>
            <a:pPr defTabSz="1219170" fontAlgn="base">
              <a:lnSpc>
                <a:spcPct val="90000"/>
              </a:lnSpc>
              <a:spcBef>
                <a:spcPct val="0"/>
              </a:spcBef>
              <a:spcAft>
                <a:spcPct val="0"/>
              </a:spcAft>
            </a:pPr>
            <a:endParaRPr lang="en-US" sz="1467" dirty="0">
              <a:solidFill>
                <a:schemeClr val="bg1"/>
              </a:solidFill>
              <a:latin typeface="IBM Plex Sans" panose="020B0503050203000203" pitchFamily="34" charset="0"/>
            </a:endParaRPr>
          </a:p>
        </p:txBody>
      </p:sp>
      <p:sp>
        <p:nvSpPr>
          <p:cNvPr id="52" name="Rectangle 51">
            <a:extLst>
              <a:ext uri="{FF2B5EF4-FFF2-40B4-BE49-F238E27FC236}">
                <a16:creationId xmlns:a16="http://schemas.microsoft.com/office/drawing/2014/main" id="{752D4557-9A1F-8149-882D-5DCEB814DA00}"/>
              </a:ext>
            </a:extLst>
          </p:cNvPr>
          <p:cNvSpPr/>
          <p:nvPr/>
        </p:nvSpPr>
        <p:spPr bwMode="auto">
          <a:xfrm>
            <a:off x="8778214" y="3438139"/>
            <a:ext cx="1530969" cy="862744"/>
          </a:xfrm>
          <a:prstGeom prst="rect">
            <a:avLst/>
          </a:prstGeom>
          <a:noFill/>
          <a:ln w="12700">
            <a:solidFill>
              <a:schemeClr val="tx1">
                <a:lumMod val="10000"/>
                <a:lumOff val="90000"/>
              </a:schemeClr>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8000" tIns="48000" rIns="48000" bIns="48000" numCol="1" rtlCol="0" anchor="t" anchorCtr="0" compatLnSpc="1">
            <a:prstTxWarp prst="textNoShape">
              <a:avLst/>
            </a:prstTxWarp>
          </a:bodyPr>
          <a:lstStyle/>
          <a:p>
            <a:pPr marL="237061" indent="-237061" defTabSz="1219170" fontAlgn="base">
              <a:lnSpc>
                <a:spcPct val="90000"/>
              </a:lnSpc>
              <a:spcBef>
                <a:spcPct val="0"/>
              </a:spcBef>
              <a:spcAft>
                <a:spcPct val="0"/>
              </a:spcAft>
              <a:buFont typeface="+mj-lt"/>
              <a:buAutoNum type="arabicPeriod" startAt="16"/>
            </a:pPr>
            <a:r>
              <a:rPr lang="en-US" sz="1067" dirty="0">
                <a:solidFill>
                  <a:schemeClr val="bg1"/>
                </a:solidFill>
                <a:latin typeface="IBM Plex Sans" panose="020B0503050203000203" pitchFamily="34" charset="0"/>
              </a:rPr>
              <a:t>Analyst Papers</a:t>
            </a:r>
          </a:p>
          <a:p>
            <a:pPr marL="237061" indent="-237061" defTabSz="1219170" fontAlgn="base">
              <a:lnSpc>
                <a:spcPct val="90000"/>
              </a:lnSpc>
              <a:spcBef>
                <a:spcPct val="0"/>
              </a:spcBef>
              <a:spcAft>
                <a:spcPct val="0"/>
              </a:spcAft>
              <a:buFont typeface="+mj-lt"/>
              <a:buAutoNum type="arabicPeriod" startAt="16"/>
            </a:pPr>
            <a:r>
              <a:rPr lang="en-US" sz="1067" dirty="0">
                <a:solidFill>
                  <a:schemeClr val="bg1"/>
                </a:solidFill>
                <a:latin typeface="IBM Plex Sans" panose="020B0503050203000203" pitchFamily="34" charset="0"/>
              </a:rPr>
              <a:t>Blogs</a:t>
            </a:r>
          </a:p>
          <a:p>
            <a:pPr marL="237061" indent="-237061" defTabSz="1219170" fontAlgn="base">
              <a:lnSpc>
                <a:spcPct val="90000"/>
              </a:lnSpc>
              <a:spcBef>
                <a:spcPct val="0"/>
              </a:spcBef>
              <a:spcAft>
                <a:spcPct val="0"/>
              </a:spcAft>
              <a:buFont typeface="+mj-lt"/>
              <a:buAutoNum type="arabicPeriod" startAt="16"/>
            </a:pPr>
            <a:r>
              <a:rPr lang="en-US" sz="1067" dirty="0">
                <a:solidFill>
                  <a:schemeClr val="bg1"/>
                </a:solidFill>
                <a:latin typeface="IBM Plex Sans" panose="020B0503050203000203" pitchFamily="34" charset="0"/>
              </a:rPr>
              <a:t>TCO/ROI Analysis</a:t>
            </a:r>
          </a:p>
        </p:txBody>
      </p:sp>
      <p:sp>
        <p:nvSpPr>
          <p:cNvPr id="53" name="Rectangle 52">
            <a:extLst>
              <a:ext uri="{FF2B5EF4-FFF2-40B4-BE49-F238E27FC236}">
                <a16:creationId xmlns:a16="http://schemas.microsoft.com/office/drawing/2014/main" id="{F9C8DA02-F867-F745-8146-26B7C1136415}"/>
              </a:ext>
            </a:extLst>
          </p:cNvPr>
          <p:cNvSpPr/>
          <p:nvPr/>
        </p:nvSpPr>
        <p:spPr bwMode="auto">
          <a:xfrm>
            <a:off x="10309181" y="3438139"/>
            <a:ext cx="1638935" cy="862744"/>
          </a:xfrm>
          <a:prstGeom prst="rect">
            <a:avLst/>
          </a:prstGeom>
          <a:noFill/>
          <a:ln w="12700">
            <a:solidFill>
              <a:schemeClr val="tx1">
                <a:lumMod val="10000"/>
                <a:lumOff val="90000"/>
              </a:schemeClr>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8000" tIns="48000" rIns="48000" bIns="48000" numCol="1" rtlCol="0" anchor="t" anchorCtr="0" compatLnSpc="1">
            <a:prstTxWarp prst="textNoShape">
              <a:avLst/>
            </a:prstTxWarp>
          </a:bodyPr>
          <a:lstStyle/>
          <a:p>
            <a:pPr marL="237061" indent="-237061" defTabSz="1219170" fontAlgn="base">
              <a:lnSpc>
                <a:spcPct val="90000"/>
              </a:lnSpc>
              <a:spcBef>
                <a:spcPct val="0"/>
              </a:spcBef>
              <a:spcAft>
                <a:spcPct val="0"/>
              </a:spcAft>
              <a:buFont typeface="+mj-lt"/>
              <a:buAutoNum type="arabicPeriod" startAt="19"/>
            </a:pPr>
            <a:r>
              <a:rPr lang="en-US" sz="1067" dirty="0">
                <a:solidFill>
                  <a:schemeClr val="bg1"/>
                </a:solidFill>
                <a:latin typeface="IBM Plex Sans" panose="020B0503050203000203" pitchFamily="34" charset="0"/>
              </a:rPr>
              <a:t>Case Studies</a:t>
            </a:r>
          </a:p>
          <a:p>
            <a:pPr marL="237061" indent="-237061" defTabSz="1219170" fontAlgn="base">
              <a:lnSpc>
                <a:spcPct val="90000"/>
              </a:lnSpc>
              <a:spcBef>
                <a:spcPct val="0"/>
              </a:spcBef>
              <a:spcAft>
                <a:spcPct val="0"/>
              </a:spcAft>
              <a:buFont typeface="+mj-lt"/>
              <a:buAutoNum type="arabicPeriod" startAt="19"/>
            </a:pPr>
            <a:r>
              <a:rPr lang="en-US" sz="1067" dirty="0">
                <a:solidFill>
                  <a:schemeClr val="bg1"/>
                </a:solidFill>
                <a:latin typeface="IBM Plex Sans" panose="020B0503050203000203" pitchFamily="34" charset="0"/>
              </a:rPr>
              <a:t>Implementation Guide</a:t>
            </a:r>
          </a:p>
        </p:txBody>
      </p:sp>
      <p:sp>
        <p:nvSpPr>
          <p:cNvPr id="54" name="Rectangle 53">
            <a:extLst>
              <a:ext uri="{FF2B5EF4-FFF2-40B4-BE49-F238E27FC236}">
                <a16:creationId xmlns:a16="http://schemas.microsoft.com/office/drawing/2014/main" id="{AA7A6CB0-6ED7-914D-9D50-81E92C0AC9A7}"/>
              </a:ext>
            </a:extLst>
          </p:cNvPr>
          <p:cNvSpPr/>
          <p:nvPr/>
        </p:nvSpPr>
        <p:spPr bwMode="auto">
          <a:xfrm>
            <a:off x="8778210" y="4300375"/>
            <a:ext cx="1530969" cy="885572"/>
          </a:xfrm>
          <a:prstGeom prst="rect">
            <a:avLst/>
          </a:prstGeom>
          <a:noFill/>
          <a:ln w="12700">
            <a:solidFill>
              <a:schemeClr val="tx1">
                <a:lumMod val="10000"/>
                <a:lumOff val="90000"/>
              </a:schemeClr>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8000" tIns="48000" rIns="48000" bIns="48000" numCol="1" rtlCol="0" anchor="t" anchorCtr="0" compatLnSpc="1">
            <a:prstTxWarp prst="textNoShape">
              <a:avLst/>
            </a:prstTxWarp>
          </a:bodyPr>
          <a:lstStyle/>
          <a:p>
            <a:pPr marL="237061" indent="-237061" defTabSz="1219170" fontAlgn="base">
              <a:lnSpc>
                <a:spcPct val="90000"/>
              </a:lnSpc>
              <a:spcBef>
                <a:spcPct val="0"/>
              </a:spcBef>
              <a:spcAft>
                <a:spcPct val="0"/>
              </a:spcAft>
              <a:buFont typeface="+mj-lt"/>
              <a:buAutoNum type="arabicPeriod" startAt="18"/>
            </a:pPr>
            <a:r>
              <a:rPr lang="en-US" sz="1067" dirty="0">
                <a:solidFill>
                  <a:schemeClr val="bg1"/>
                </a:solidFill>
                <a:latin typeface="IBM Plex Sans" panose="020B0503050203000203" pitchFamily="34" charset="0"/>
              </a:rPr>
              <a:t>Customer Ref</a:t>
            </a:r>
          </a:p>
          <a:p>
            <a:pPr marL="228594" indent="-228594" defTabSz="1219170" fontAlgn="base">
              <a:lnSpc>
                <a:spcPct val="90000"/>
              </a:lnSpc>
              <a:spcBef>
                <a:spcPct val="0"/>
              </a:spcBef>
              <a:spcAft>
                <a:spcPct val="0"/>
              </a:spcAft>
              <a:buFont typeface="+mj-lt"/>
              <a:buAutoNum type="arabicPeriod" startAt="18"/>
            </a:pPr>
            <a:r>
              <a:rPr lang="en-US" sz="1067" dirty="0">
                <a:solidFill>
                  <a:schemeClr val="bg1"/>
                </a:solidFill>
                <a:latin typeface="IBM Plex Sans" panose="020B0503050203000203" pitchFamily="34" charset="0"/>
              </a:rPr>
              <a:t>Round Table</a:t>
            </a:r>
          </a:p>
        </p:txBody>
      </p:sp>
      <p:sp>
        <p:nvSpPr>
          <p:cNvPr id="55" name="Rectangle 54">
            <a:extLst>
              <a:ext uri="{FF2B5EF4-FFF2-40B4-BE49-F238E27FC236}">
                <a16:creationId xmlns:a16="http://schemas.microsoft.com/office/drawing/2014/main" id="{CD4A13C4-5C41-8E42-992E-7D02070BD19D}"/>
              </a:ext>
            </a:extLst>
          </p:cNvPr>
          <p:cNvSpPr/>
          <p:nvPr/>
        </p:nvSpPr>
        <p:spPr bwMode="auto">
          <a:xfrm>
            <a:off x="10309177" y="4300375"/>
            <a:ext cx="1638935" cy="885572"/>
          </a:xfrm>
          <a:prstGeom prst="rect">
            <a:avLst/>
          </a:prstGeom>
          <a:noFill/>
          <a:ln w="12700">
            <a:solidFill>
              <a:schemeClr val="tx1">
                <a:lumMod val="10000"/>
                <a:lumOff val="90000"/>
              </a:schemeClr>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8000" tIns="48000" rIns="48000" bIns="48000" numCol="1" rtlCol="0" anchor="t" anchorCtr="0" compatLnSpc="1">
            <a:prstTxWarp prst="textNoShape">
              <a:avLst/>
            </a:prstTxWarp>
          </a:bodyPr>
          <a:lstStyle/>
          <a:p>
            <a:pPr marL="237061" indent="-237061" defTabSz="1219170" fontAlgn="base">
              <a:lnSpc>
                <a:spcPct val="90000"/>
              </a:lnSpc>
              <a:spcBef>
                <a:spcPct val="0"/>
              </a:spcBef>
              <a:spcAft>
                <a:spcPct val="0"/>
              </a:spcAft>
              <a:buFont typeface="+mj-lt"/>
              <a:buAutoNum type="arabicPeriod" startAt="20"/>
            </a:pPr>
            <a:r>
              <a:rPr lang="en-US" sz="1067" dirty="0">
                <a:solidFill>
                  <a:schemeClr val="bg1"/>
                </a:solidFill>
                <a:latin typeface="IBM Plex Sans" panose="020B0503050203000203" pitchFamily="34" charset="0"/>
              </a:rPr>
              <a:t>1:1 Engagement</a:t>
            </a:r>
          </a:p>
        </p:txBody>
      </p:sp>
      <p:sp>
        <p:nvSpPr>
          <p:cNvPr id="56" name="Rectangle 55">
            <a:extLst>
              <a:ext uri="{FF2B5EF4-FFF2-40B4-BE49-F238E27FC236}">
                <a16:creationId xmlns:a16="http://schemas.microsoft.com/office/drawing/2014/main" id="{0A083F30-3D5C-0F48-9FBB-591697CDD983}"/>
              </a:ext>
            </a:extLst>
          </p:cNvPr>
          <p:cNvSpPr/>
          <p:nvPr/>
        </p:nvSpPr>
        <p:spPr bwMode="auto">
          <a:xfrm>
            <a:off x="8778208" y="5183612"/>
            <a:ext cx="1530969" cy="719328"/>
          </a:xfrm>
          <a:prstGeom prst="rect">
            <a:avLst/>
          </a:prstGeom>
          <a:noFill/>
          <a:ln w="12700">
            <a:solidFill>
              <a:schemeClr val="tx1">
                <a:lumMod val="10000"/>
                <a:lumOff val="90000"/>
              </a:schemeClr>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8000" tIns="48000" rIns="48000" bIns="48000" numCol="1" rtlCol="0" anchor="t" anchorCtr="0" compatLnSpc="1">
            <a:prstTxWarp prst="textNoShape">
              <a:avLst/>
            </a:prstTxWarp>
          </a:bodyPr>
          <a:lstStyle/>
          <a:p>
            <a:pPr marL="237061" indent="-237061" defTabSz="1219170" fontAlgn="base">
              <a:lnSpc>
                <a:spcPct val="90000"/>
              </a:lnSpc>
              <a:spcBef>
                <a:spcPct val="0"/>
              </a:spcBef>
              <a:spcAft>
                <a:spcPct val="0"/>
              </a:spcAft>
              <a:buFont typeface="+mj-lt"/>
              <a:buAutoNum type="arabicPeriod" startAt="15"/>
            </a:pPr>
            <a:r>
              <a:rPr lang="en-US" sz="1067" dirty="0">
                <a:solidFill>
                  <a:schemeClr val="bg1"/>
                </a:solidFill>
                <a:latin typeface="IBM Plex Sans" panose="020B0503050203000203" pitchFamily="34" charset="0"/>
              </a:rPr>
              <a:t>Prof Services Details</a:t>
            </a:r>
          </a:p>
          <a:p>
            <a:pPr marL="237061" indent="-237061" defTabSz="1219170" fontAlgn="base">
              <a:lnSpc>
                <a:spcPct val="90000"/>
              </a:lnSpc>
              <a:spcBef>
                <a:spcPct val="0"/>
              </a:spcBef>
              <a:spcAft>
                <a:spcPct val="0"/>
              </a:spcAft>
              <a:buFont typeface="+mj-lt"/>
              <a:buAutoNum type="arabicPeriod" startAt="15"/>
            </a:pPr>
            <a:r>
              <a:rPr lang="en-US" sz="1067" dirty="0">
                <a:solidFill>
                  <a:schemeClr val="bg1"/>
                </a:solidFill>
                <a:latin typeface="IBM Plex Sans" panose="020B0503050203000203" pitchFamily="34" charset="0"/>
              </a:rPr>
              <a:t>Support Process</a:t>
            </a:r>
          </a:p>
          <a:p>
            <a:pPr marL="237061" indent="-237061" defTabSz="1219170" fontAlgn="base">
              <a:lnSpc>
                <a:spcPct val="90000"/>
              </a:lnSpc>
              <a:spcBef>
                <a:spcPct val="0"/>
              </a:spcBef>
              <a:spcAft>
                <a:spcPct val="0"/>
              </a:spcAft>
              <a:buFont typeface="+mj-lt"/>
              <a:buAutoNum type="arabicPeriod" startAt="15"/>
            </a:pPr>
            <a:r>
              <a:rPr lang="en-US" sz="1067" dirty="0">
                <a:solidFill>
                  <a:schemeClr val="bg1"/>
                </a:solidFill>
                <a:latin typeface="IBM Plex Sans" panose="020B0503050203000203" pitchFamily="34" charset="0"/>
              </a:rPr>
              <a:t>ISV Details</a:t>
            </a:r>
          </a:p>
        </p:txBody>
      </p:sp>
      <p:sp>
        <p:nvSpPr>
          <p:cNvPr id="57" name="Rectangle 56">
            <a:extLst>
              <a:ext uri="{FF2B5EF4-FFF2-40B4-BE49-F238E27FC236}">
                <a16:creationId xmlns:a16="http://schemas.microsoft.com/office/drawing/2014/main" id="{40535141-647C-C84B-B76A-D99928A9A375}"/>
              </a:ext>
            </a:extLst>
          </p:cNvPr>
          <p:cNvSpPr/>
          <p:nvPr/>
        </p:nvSpPr>
        <p:spPr bwMode="auto">
          <a:xfrm>
            <a:off x="10309174" y="5183612"/>
            <a:ext cx="1638935" cy="719328"/>
          </a:xfrm>
          <a:prstGeom prst="rect">
            <a:avLst/>
          </a:prstGeom>
          <a:noFill/>
          <a:ln w="12700">
            <a:solidFill>
              <a:schemeClr val="tx1">
                <a:lumMod val="10000"/>
                <a:lumOff val="90000"/>
              </a:schemeClr>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8000" tIns="48000" rIns="48000" bIns="48000" numCol="1" rtlCol="0" anchor="t" anchorCtr="0" compatLnSpc="1">
            <a:prstTxWarp prst="textNoShape">
              <a:avLst/>
            </a:prstTxWarp>
          </a:bodyPr>
          <a:lstStyle/>
          <a:p>
            <a:pPr marL="237061" indent="-237061" defTabSz="1219170" fontAlgn="base">
              <a:lnSpc>
                <a:spcPct val="90000"/>
              </a:lnSpc>
              <a:spcBef>
                <a:spcPct val="0"/>
              </a:spcBef>
              <a:spcAft>
                <a:spcPct val="0"/>
              </a:spcAft>
              <a:buFont typeface="+mj-lt"/>
              <a:buAutoNum type="arabicPeriod" startAt="18"/>
            </a:pPr>
            <a:r>
              <a:rPr lang="en-US" sz="1067" dirty="0">
                <a:solidFill>
                  <a:schemeClr val="bg1"/>
                </a:solidFill>
                <a:latin typeface="IBM Plex Sans" panose="020B0503050203000203" pitchFamily="34" charset="0"/>
              </a:rPr>
              <a:t>Solution Proposal</a:t>
            </a:r>
          </a:p>
          <a:p>
            <a:pPr marL="237061" indent="-237061" defTabSz="1219170" fontAlgn="base">
              <a:lnSpc>
                <a:spcPct val="90000"/>
              </a:lnSpc>
              <a:spcBef>
                <a:spcPct val="0"/>
              </a:spcBef>
              <a:spcAft>
                <a:spcPct val="0"/>
              </a:spcAft>
              <a:buFont typeface="+mj-lt"/>
              <a:buAutoNum type="arabicPeriod" startAt="18"/>
            </a:pPr>
            <a:r>
              <a:rPr lang="en-US" sz="1067" dirty="0">
                <a:solidFill>
                  <a:schemeClr val="bg1"/>
                </a:solidFill>
                <a:latin typeface="IBM Plex Sans" panose="020B0503050203000203" pitchFamily="34" charset="0"/>
              </a:rPr>
              <a:t>BOM w/ Pricing</a:t>
            </a:r>
          </a:p>
          <a:p>
            <a:pPr marL="237061" indent="-237061" defTabSz="1219170" fontAlgn="base">
              <a:lnSpc>
                <a:spcPct val="90000"/>
              </a:lnSpc>
              <a:spcBef>
                <a:spcPct val="0"/>
              </a:spcBef>
              <a:spcAft>
                <a:spcPct val="0"/>
              </a:spcAft>
              <a:buFont typeface="+mj-lt"/>
              <a:buAutoNum type="arabicPeriod" startAt="18"/>
            </a:pPr>
            <a:r>
              <a:rPr lang="en-US" sz="1067" dirty="0">
                <a:solidFill>
                  <a:schemeClr val="bg1"/>
                </a:solidFill>
                <a:latin typeface="IBM Plex Sans" panose="020B0503050203000203" pitchFamily="34" charset="0"/>
              </a:rPr>
              <a:t>Implementation Process</a:t>
            </a:r>
          </a:p>
        </p:txBody>
      </p:sp>
      <p:sp>
        <p:nvSpPr>
          <p:cNvPr id="58" name="Rectangle 57">
            <a:extLst>
              <a:ext uri="{FF2B5EF4-FFF2-40B4-BE49-F238E27FC236}">
                <a16:creationId xmlns:a16="http://schemas.microsoft.com/office/drawing/2014/main" id="{779AD426-0C03-3140-9ACE-0FF52A87EB8B}"/>
              </a:ext>
            </a:extLst>
          </p:cNvPr>
          <p:cNvSpPr/>
          <p:nvPr/>
        </p:nvSpPr>
        <p:spPr bwMode="auto">
          <a:xfrm>
            <a:off x="8778208" y="5902943"/>
            <a:ext cx="1530969" cy="839168"/>
          </a:xfrm>
          <a:prstGeom prst="rect">
            <a:avLst/>
          </a:prstGeom>
          <a:noFill/>
          <a:ln w="12700">
            <a:solidFill>
              <a:schemeClr val="tx1">
                <a:lumMod val="10000"/>
                <a:lumOff val="90000"/>
              </a:schemeClr>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8000" tIns="48000" rIns="48000" bIns="48000" numCol="1" rtlCol="0" anchor="t" anchorCtr="0" compatLnSpc="1">
            <a:prstTxWarp prst="textNoShape">
              <a:avLst/>
            </a:prstTxWarp>
          </a:bodyPr>
          <a:lstStyle/>
          <a:p>
            <a:pPr marL="237061" indent="-237061" defTabSz="1219170" fontAlgn="base">
              <a:lnSpc>
                <a:spcPct val="90000"/>
              </a:lnSpc>
              <a:spcBef>
                <a:spcPct val="0"/>
              </a:spcBef>
              <a:spcAft>
                <a:spcPct val="0"/>
              </a:spcAft>
              <a:buFont typeface="+mj-lt"/>
              <a:buAutoNum type="arabicPeriod" startAt="15"/>
            </a:pPr>
            <a:r>
              <a:rPr lang="en-US" sz="1067" dirty="0">
                <a:solidFill>
                  <a:schemeClr val="bg1"/>
                </a:solidFill>
                <a:latin typeface="IBM Plex Sans" panose="020B0503050203000203" pitchFamily="34" charset="0"/>
              </a:rPr>
              <a:t>Negative ROI</a:t>
            </a:r>
          </a:p>
          <a:p>
            <a:pPr marL="237061" indent="-237061" defTabSz="1219170" fontAlgn="base">
              <a:lnSpc>
                <a:spcPct val="90000"/>
              </a:lnSpc>
              <a:spcBef>
                <a:spcPct val="0"/>
              </a:spcBef>
              <a:spcAft>
                <a:spcPct val="0"/>
              </a:spcAft>
              <a:buFont typeface="+mj-lt"/>
              <a:buAutoNum type="arabicPeriod" startAt="15"/>
            </a:pPr>
            <a:r>
              <a:rPr lang="en-US" sz="1067" dirty="0">
                <a:solidFill>
                  <a:schemeClr val="bg1"/>
                </a:solidFill>
                <a:latin typeface="IBM Plex Sans" panose="020B0503050203000203" pitchFamily="34" charset="0"/>
              </a:rPr>
              <a:t>Long TCO</a:t>
            </a:r>
          </a:p>
          <a:p>
            <a:pPr marL="237061" indent="-237061" defTabSz="1219170" fontAlgn="base">
              <a:lnSpc>
                <a:spcPct val="90000"/>
              </a:lnSpc>
              <a:spcBef>
                <a:spcPct val="0"/>
              </a:spcBef>
              <a:spcAft>
                <a:spcPct val="0"/>
              </a:spcAft>
              <a:buFont typeface="+mj-lt"/>
              <a:buAutoNum type="arabicPeriod" startAt="15"/>
            </a:pPr>
            <a:r>
              <a:rPr lang="en-US" sz="1067" dirty="0">
                <a:solidFill>
                  <a:schemeClr val="bg1"/>
                </a:solidFill>
                <a:latin typeface="IBM Plex Sans" panose="020B0503050203000203" pitchFamily="34" charset="0"/>
              </a:rPr>
              <a:t>No Reference to Speak to</a:t>
            </a:r>
          </a:p>
        </p:txBody>
      </p:sp>
      <p:sp>
        <p:nvSpPr>
          <p:cNvPr id="59" name="Rectangle 58">
            <a:extLst>
              <a:ext uri="{FF2B5EF4-FFF2-40B4-BE49-F238E27FC236}">
                <a16:creationId xmlns:a16="http://schemas.microsoft.com/office/drawing/2014/main" id="{AEDF4E51-8901-CE41-A29A-88F16A87B4A9}"/>
              </a:ext>
            </a:extLst>
          </p:cNvPr>
          <p:cNvSpPr/>
          <p:nvPr/>
        </p:nvSpPr>
        <p:spPr bwMode="auto">
          <a:xfrm>
            <a:off x="10309174" y="5902943"/>
            <a:ext cx="1638935" cy="839168"/>
          </a:xfrm>
          <a:prstGeom prst="rect">
            <a:avLst/>
          </a:prstGeom>
          <a:noFill/>
          <a:ln w="12700">
            <a:solidFill>
              <a:schemeClr val="tx1">
                <a:lumMod val="10000"/>
                <a:lumOff val="90000"/>
              </a:schemeClr>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8000" tIns="48000" rIns="48000" bIns="48000" numCol="1" rtlCol="0" anchor="t" anchorCtr="0" compatLnSpc="1">
            <a:prstTxWarp prst="textNoShape">
              <a:avLst/>
            </a:prstTxWarp>
          </a:bodyPr>
          <a:lstStyle/>
          <a:p>
            <a:pPr marL="237061" indent="-237061" defTabSz="1219170" fontAlgn="base">
              <a:lnSpc>
                <a:spcPct val="90000"/>
              </a:lnSpc>
              <a:spcBef>
                <a:spcPct val="0"/>
              </a:spcBef>
              <a:spcAft>
                <a:spcPct val="0"/>
              </a:spcAft>
              <a:buFont typeface="+mj-lt"/>
              <a:buAutoNum type="arabicPeriod" startAt="18"/>
            </a:pPr>
            <a:r>
              <a:rPr lang="en-US" sz="1067" dirty="0">
                <a:solidFill>
                  <a:schemeClr val="bg1"/>
                </a:solidFill>
                <a:latin typeface="IBM Plex Sans" panose="020B0503050203000203" pitchFamily="34" charset="0"/>
              </a:rPr>
              <a:t>Deal Complexity</a:t>
            </a:r>
          </a:p>
        </p:txBody>
      </p:sp>
      <p:sp>
        <p:nvSpPr>
          <p:cNvPr id="5" name="TextBox 4">
            <a:extLst>
              <a:ext uri="{FF2B5EF4-FFF2-40B4-BE49-F238E27FC236}">
                <a16:creationId xmlns:a16="http://schemas.microsoft.com/office/drawing/2014/main" id="{7B0509D2-D9DF-904A-AC5E-744D7E1EB1F5}"/>
              </a:ext>
            </a:extLst>
          </p:cNvPr>
          <p:cNvSpPr txBox="1"/>
          <p:nvPr/>
        </p:nvSpPr>
        <p:spPr>
          <a:xfrm>
            <a:off x="2214855" y="1665052"/>
            <a:ext cx="689612" cy="420756"/>
          </a:xfrm>
          <a:prstGeom prst="rect">
            <a:avLst/>
          </a:prstGeom>
          <a:noFill/>
          <a:ln>
            <a:noFill/>
          </a:ln>
        </p:spPr>
        <p:txBody>
          <a:bodyPr wrap="none" rtlCol="0">
            <a:spAutoFit/>
          </a:bodyPr>
          <a:lstStyle/>
          <a:p>
            <a:pPr algn="l"/>
            <a:r>
              <a:rPr lang="en-US" sz="1067" dirty="0">
                <a:solidFill>
                  <a:schemeClr val="bg1"/>
                </a:solidFill>
                <a:latin typeface="IBM Plex Sans" charset="0"/>
                <a:ea typeface="IBM Plex Sans" charset="0"/>
                <a:cs typeface="IBM Plex Sans" charset="0"/>
              </a:rPr>
              <a:t>Search </a:t>
            </a:r>
          </a:p>
          <a:p>
            <a:pPr algn="l"/>
            <a:r>
              <a:rPr lang="en-US" sz="1067" dirty="0">
                <a:solidFill>
                  <a:schemeClr val="bg1"/>
                </a:solidFill>
                <a:latin typeface="IBM Plex Sans" charset="0"/>
                <a:ea typeface="IBM Plex Sans" charset="0"/>
                <a:cs typeface="IBM Plex Sans" charset="0"/>
              </a:rPr>
              <a:t>Internet</a:t>
            </a:r>
          </a:p>
        </p:txBody>
      </p:sp>
      <p:sp>
        <p:nvSpPr>
          <p:cNvPr id="15" name="Oval 14">
            <a:extLst>
              <a:ext uri="{FF2B5EF4-FFF2-40B4-BE49-F238E27FC236}">
                <a16:creationId xmlns:a16="http://schemas.microsoft.com/office/drawing/2014/main" id="{006C6474-036F-7B4A-9B80-D494C8AA4D74}"/>
              </a:ext>
            </a:extLst>
          </p:cNvPr>
          <p:cNvSpPr/>
          <p:nvPr/>
        </p:nvSpPr>
        <p:spPr bwMode="auto">
          <a:xfrm>
            <a:off x="2422770" y="2164085"/>
            <a:ext cx="332668" cy="332668"/>
          </a:xfrm>
          <a:prstGeom prst="ellipse">
            <a:avLst/>
          </a:prstGeom>
          <a:solidFill>
            <a:srgbClr val="0070C0"/>
          </a:solidFill>
          <a:ln w="19050">
            <a:solidFill>
              <a:schemeClr val="tx1">
                <a:lumMod val="10000"/>
                <a:lumOff val="90000"/>
              </a:schemeClr>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8000" tIns="48000" rIns="48000" bIns="48000" numCol="1" rtlCol="0" anchor="ctr" anchorCtr="0" compatLnSpc="1">
            <a:prstTxWarp prst="textNoShape">
              <a:avLst/>
            </a:prstTxWarp>
          </a:bodyPr>
          <a:lstStyle/>
          <a:p>
            <a:pPr algn="ctr" defTabSz="1219170" fontAlgn="base">
              <a:lnSpc>
                <a:spcPct val="90000"/>
              </a:lnSpc>
              <a:spcBef>
                <a:spcPct val="0"/>
              </a:spcBef>
              <a:spcAft>
                <a:spcPct val="0"/>
              </a:spcAft>
            </a:pPr>
            <a:r>
              <a:rPr lang="en-US" sz="800" dirty="0">
                <a:solidFill>
                  <a:schemeClr val="bg1"/>
                </a:solidFill>
                <a:latin typeface="IBM Plex Sans" panose="020B0503050203000203" pitchFamily="34" charset="0"/>
              </a:rPr>
              <a:t>A</a:t>
            </a:r>
          </a:p>
        </p:txBody>
      </p:sp>
      <p:sp>
        <p:nvSpPr>
          <p:cNvPr id="60" name="TextBox 59">
            <a:extLst>
              <a:ext uri="{FF2B5EF4-FFF2-40B4-BE49-F238E27FC236}">
                <a16:creationId xmlns:a16="http://schemas.microsoft.com/office/drawing/2014/main" id="{8E3779A6-9A19-9949-A853-0CEE908660B0}"/>
              </a:ext>
            </a:extLst>
          </p:cNvPr>
          <p:cNvSpPr txBox="1"/>
          <p:nvPr/>
        </p:nvSpPr>
        <p:spPr>
          <a:xfrm>
            <a:off x="2627778" y="2973532"/>
            <a:ext cx="601447" cy="420756"/>
          </a:xfrm>
          <a:prstGeom prst="rect">
            <a:avLst/>
          </a:prstGeom>
          <a:noFill/>
          <a:ln>
            <a:noFill/>
          </a:ln>
        </p:spPr>
        <p:txBody>
          <a:bodyPr wrap="none" rtlCol="0">
            <a:spAutoFit/>
          </a:bodyPr>
          <a:lstStyle/>
          <a:p>
            <a:pPr algn="l"/>
            <a:r>
              <a:rPr lang="en-US" sz="1067" dirty="0">
                <a:solidFill>
                  <a:schemeClr val="bg1"/>
                </a:solidFill>
                <a:latin typeface="IBM Plex Sans" charset="0"/>
                <a:ea typeface="IBM Plex Sans" charset="0"/>
                <a:cs typeface="IBM Plex Sans" charset="0"/>
              </a:rPr>
              <a:t>Attend</a:t>
            </a:r>
          </a:p>
          <a:p>
            <a:pPr algn="l"/>
            <a:r>
              <a:rPr lang="en-US" sz="1067" dirty="0">
                <a:solidFill>
                  <a:schemeClr val="bg1"/>
                </a:solidFill>
                <a:latin typeface="IBM Plex Sans" charset="0"/>
                <a:ea typeface="IBM Plex Sans" charset="0"/>
                <a:cs typeface="IBM Plex Sans" charset="0"/>
              </a:rPr>
              <a:t>Event</a:t>
            </a:r>
          </a:p>
        </p:txBody>
      </p:sp>
      <p:sp>
        <p:nvSpPr>
          <p:cNvPr id="61" name="Oval 60">
            <a:extLst>
              <a:ext uri="{FF2B5EF4-FFF2-40B4-BE49-F238E27FC236}">
                <a16:creationId xmlns:a16="http://schemas.microsoft.com/office/drawing/2014/main" id="{3D86182D-1C01-9442-B20F-A173BBF4C550}"/>
              </a:ext>
            </a:extLst>
          </p:cNvPr>
          <p:cNvSpPr/>
          <p:nvPr/>
        </p:nvSpPr>
        <p:spPr bwMode="auto">
          <a:xfrm>
            <a:off x="2790809" y="2664975"/>
            <a:ext cx="332668" cy="332668"/>
          </a:xfrm>
          <a:prstGeom prst="ellipse">
            <a:avLst/>
          </a:prstGeom>
          <a:solidFill>
            <a:srgbClr val="C00000"/>
          </a:solidFill>
          <a:ln w="19050">
            <a:solidFill>
              <a:schemeClr val="tx1">
                <a:lumMod val="10000"/>
                <a:lumOff val="90000"/>
              </a:schemeClr>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8000" tIns="48000" rIns="48000" bIns="48000" numCol="1" rtlCol="0" anchor="ctr" anchorCtr="0" compatLnSpc="1">
            <a:prstTxWarp prst="textNoShape">
              <a:avLst/>
            </a:prstTxWarp>
          </a:bodyPr>
          <a:lstStyle/>
          <a:p>
            <a:pPr algn="ctr" defTabSz="1219170" fontAlgn="base">
              <a:lnSpc>
                <a:spcPct val="90000"/>
              </a:lnSpc>
              <a:spcBef>
                <a:spcPct val="0"/>
              </a:spcBef>
              <a:spcAft>
                <a:spcPct val="0"/>
              </a:spcAft>
            </a:pPr>
            <a:r>
              <a:rPr lang="en-US" sz="800" dirty="0">
                <a:solidFill>
                  <a:schemeClr val="bg1"/>
                </a:solidFill>
                <a:latin typeface="IBM Plex Sans" panose="020B0503050203000203" pitchFamily="34" charset="0"/>
              </a:rPr>
              <a:t>B</a:t>
            </a:r>
          </a:p>
        </p:txBody>
      </p:sp>
      <p:sp>
        <p:nvSpPr>
          <p:cNvPr id="62" name="TextBox 61">
            <a:extLst>
              <a:ext uri="{FF2B5EF4-FFF2-40B4-BE49-F238E27FC236}">
                <a16:creationId xmlns:a16="http://schemas.microsoft.com/office/drawing/2014/main" id="{B80CBD5D-6A6E-0D4C-9D5F-0D573AA3F4F4}"/>
              </a:ext>
            </a:extLst>
          </p:cNvPr>
          <p:cNvSpPr txBox="1"/>
          <p:nvPr/>
        </p:nvSpPr>
        <p:spPr>
          <a:xfrm>
            <a:off x="3032483" y="1665052"/>
            <a:ext cx="686406" cy="420756"/>
          </a:xfrm>
          <a:prstGeom prst="rect">
            <a:avLst/>
          </a:prstGeom>
          <a:noFill/>
          <a:ln>
            <a:noFill/>
          </a:ln>
        </p:spPr>
        <p:txBody>
          <a:bodyPr wrap="none" rtlCol="0">
            <a:spAutoFit/>
          </a:bodyPr>
          <a:lstStyle/>
          <a:p>
            <a:pPr algn="l"/>
            <a:r>
              <a:rPr lang="en-US" sz="1067" dirty="0">
                <a:solidFill>
                  <a:schemeClr val="bg1"/>
                </a:solidFill>
                <a:latin typeface="IBM Plex Sans" charset="0"/>
                <a:ea typeface="IBM Plex Sans" charset="0"/>
                <a:cs typeface="IBM Plex Sans" charset="0"/>
              </a:rPr>
              <a:t>Explore</a:t>
            </a:r>
          </a:p>
          <a:p>
            <a:pPr algn="l"/>
            <a:r>
              <a:rPr lang="en-US" sz="1067" dirty="0">
                <a:solidFill>
                  <a:schemeClr val="bg1"/>
                </a:solidFill>
                <a:latin typeface="IBM Plex Sans" charset="0"/>
                <a:ea typeface="IBM Plex Sans" charset="0"/>
                <a:cs typeface="IBM Plex Sans" charset="0"/>
              </a:rPr>
              <a:t>Website</a:t>
            </a:r>
          </a:p>
        </p:txBody>
      </p:sp>
      <p:sp>
        <p:nvSpPr>
          <p:cNvPr id="63" name="Oval 62">
            <a:extLst>
              <a:ext uri="{FF2B5EF4-FFF2-40B4-BE49-F238E27FC236}">
                <a16:creationId xmlns:a16="http://schemas.microsoft.com/office/drawing/2014/main" id="{E589D2F0-8CE1-6044-A001-320F1165C2FF}"/>
              </a:ext>
            </a:extLst>
          </p:cNvPr>
          <p:cNvSpPr/>
          <p:nvPr/>
        </p:nvSpPr>
        <p:spPr bwMode="auto">
          <a:xfrm>
            <a:off x="3238261" y="2164085"/>
            <a:ext cx="332668" cy="332668"/>
          </a:xfrm>
          <a:prstGeom prst="ellipse">
            <a:avLst/>
          </a:prstGeom>
          <a:solidFill>
            <a:srgbClr val="0070C0"/>
          </a:solidFill>
          <a:ln w="19050">
            <a:solidFill>
              <a:schemeClr val="tx1">
                <a:lumMod val="10000"/>
                <a:lumOff val="90000"/>
              </a:schemeClr>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8000" tIns="48000" rIns="48000" bIns="48000" numCol="1" rtlCol="0" anchor="ctr" anchorCtr="0" compatLnSpc="1">
            <a:prstTxWarp prst="textNoShape">
              <a:avLst/>
            </a:prstTxWarp>
          </a:bodyPr>
          <a:lstStyle/>
          <a:p>
            <a:pPr algn="ctr" defTabSz="1219170" fontAlgn="base">
              <a:lnSpc>
                <a:spcPct val="90000"/>
              </a:lnSpc>
              <a:spcBef>
                <a:spcPct val="0"/>
              </a:spcBef>
              <a:spcAft>
                <a:spcPct val="0"/>
              </a:spcAft>
            </a:pPr>
            <a:r>
              <a:rPr lang="en-US" sz="800" dirty="0">
                <a:solidFill>
                  <a:schemeClr val="bg1"/>
                </a:solidFill>
                <a:latin typeface="IBM Plex Sans" panose="020B0503050203000203" pitchFamily="34" charset="0"/>
              </a:rPr>
              <a:t>C</a:t>
            </a:r>
          </a:p>
        </p:txBody>
      </p:sp>
      <p:sp>
        <p:nvSpPr>
          <p:cNvPr id="64" name="TextBox 63">
            <a:extLst>
              <a:ext uri="{FF2B5EF4-FFF2-40B4-BE49-F238E27FC236}">
                <a16:creationId xmlns:a16="http://schemas.microsoft.com/office/drawing/2014/main" id="{2C0852B5-7F1B-444B-B941-651FAD341AE3}"/>
              </a:ext>
            </a:extLst>
          </p:cNvPr>
          <p:cNvSpPr txBox="1"/>
          <p:nvPr/>
        </p:nvSpPr>
        <p:spPr>
          <a:xfrm>
            <a:off x="3434379" y="2973532"/>
            <a:ext cx="886781" cy="420756"/>
          </a:xfrm>
          <a:prstGeom prst="rect">
            <a:avLst/>
          </a:prstGeom>
          <a:noFill/>
          <a:ln>
            <a:noFill/>
          </a:ln>
        </p:spPr>
        <p:txBody>
          <a:bodyPr wrap="none" rtlCol="0">
            <a:spAutoFit/>
          </a:bodyPr>
          <a:lstStyle/>
          <a:p>
            <a:pPr algn="l"/>
            <a:r>
              <a:rPr lang="en-US" sz="1067" dirty="0">
                <a:solidFill>
                  <a:schemeClr val="bg1"/>
                </a:solidFill>
                <a:latin typeface="IBM Plex Sans" charset="0"/>
                <a:ea typeface="IBM Plex Sans" charset="0"/>
                <a:cs typeface="IBM Plex Sans" charset="0"/>
              </a:rPr>
              <a:t>[PRODUCT]</a:t>
            </a:r>
          </a:p>
          <a:p>
            <a:pPr algn="l"/>
            <a:r>
              <a:rPr lang="en-US" sz="1067" dirty="0">
                <a:solidFill>
                  <a:schemeClr val="bg1"/>
                </a:solidFill>
                <a:latin typeface="IBM Plex Sans" charset="0"/>
                <a:ea typeface="IBM Plex Sans" charset="0"/>
                <a:cs typeface="IBM Plex Sans" charset="0"/>
              </a:rPr>
              <a:t>Webinar</a:t>
            </a:r>
          </a:p>
        </p:txBody>
      </p:sp>
      <p:sp>
        <p:nvSpPr>
          <p:cNvPr id="65" name="Oval 64">
            <a:extLst>
              <a:ext uri="{FF2B5EF4-FFF2-40B4-BE49-F238E27FC236}">
                <a16:creationId xmlns:a16="http://schemas.microsoft.com/office/drawing/2014/main" id="{305FBFF2-CD2D-AB42-BE04-82A15C48F9C1}"/>
              </a:ext>
            </a:extLst>
          </p:cNvPr>
          <p:cNvSpPr/>
          <p:nvPr/>
        </p:nvSpPr>
        <p:spPr bwMode="auto">
          <a:xfrm>
            <a:off x="3645499" y="2664975"/>
            <a:ext cx="332668" cy="332668"/>
          </a:xfrm>
          <a:prstGeom prst="ellipse">
            <a:avLst/>
          </a:prstGeom>
          <a:solidFill>
            <a:schemeClr val="bg2"/>
          </a:solidFill>
          <a:ln w="19050">
            <a:solidFill>
              <a:schemeClr val="tx1">
                <a:lumMod val="10000"/>
                <a:lumOff val="90000"/>
              </a:schemeClr>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8000" tIns="48000" rIns="48000" bIns="48000" numCol="1" rtlCol="0" anchor="ctr" anchorCtr="0" compatLnSpc="1">
            <a:prstTxWarp prst="textNoShape">
              <a:avLst/>
            </a:prstTxWarp>
          </a:bodyPr>
          <a:lstStyle/>
          <a:p>
            <a:pPr algn="ctr" defTabSz="1219170" fontAlgn="base">
              <a:lnSpc>
                <a:spcPct val="90000"/>
              </a:lnSpc>
              <a:spcBef>
                <a:spcPct val="0"/>
              </a:spcBef>
              <a:spcAft>
                <a:spcPct val="0"/>
              </a:spcAft>
            </a:pPr>
            <a:r>
              <a:rPr lang="en-US" sz="800" dirty="0">
                <a:solidFill>
                  <a:schemeClr val="tx1"/>
                </a:solidFill>
                <a:latin typeface="IBM Plex Sans" panose="020B0503050203000203" pitchFamily="34" charset="0"/>
              </a:rPr>
              <a:t>D</a:t>
            </a:r>
          </a:p>
        </p:txBody>
      </p:sp>
      <p:sp>
        <p:nvSpPr>
          <p:cNvPr id="68" name="TextBox 67">
            <a:extLst>
              <a:ext uri="{FF2B5EF4-FFF2-40B4-BE49-F238E27FC236}">
                <a16:creationId xmlns:a16="http://schemas.microsoft.com/office/drawing/2014/main" id="{72B37FF4-2955-8D45-8E25-BB36C1447107}"/>
              </a:ext>
            </a:extLst>
          </p:cNvPr>
          <p:cNvSpPr txBox="1"/>
          <p:nvPr/>
        </p:nvSpPr>
        <p:spPr>
          <a:xfrm>
            <a:off x="3871806" y="1665052"/>
            <a:ext cx="527709" cy="420756"/>
          </a:xfrm>
          <a:prstGeom prst="rect">
            <a:avLst/>
          </a:prstGeom>
          <a:noFill/>
          <a:ln>
            <a:noFill/>
          </a:ln>
        </p:spPr>
        <p:txBody>
          <a:bodyPr wrap="none" rtlCol="0">
            <a:spAutoFit/>
          </a:bodyPr>
          <a:lstStyle/>
          <a:p>
            <a:pPr algn="l"/>
            <a:r>
              <a:rPr lang="en-US" sz="1067" dirty="0">
                <a:solidFill>
                  <a:schemeClr val="bg1"/>
                </a:solidFill>
                <a:latin typeface="IBM Plex Sans" charset="0"/>
                <a:ea typeface="IBM Plex Sans" charset="0"/>
                <a:cs typeface="IBM Plex Sans" charset="0"/>
              </a:rPr>
              <a:t>Read</a:t>
            </a:r>
          </a:p>
          <a:p>
            <a:pPr algn="l"/>
            <a:r>
              <a:rPr lang="en-US" sz="1067" dirty="0">
                <a:solidFill>
                  <a:schemeClr val="bg1"/>
                </a:solidFill>
                <a:latin typeface="IBM Plex Sans" charset="0"/>
                <a:ea typeface="IBM Plex Sans" charset="0"/>
                <a:cs typeface="IBM Plex Sans" charset="0"/>
              </a:rPr>
              <a:t>Blogs</a:t>
            </a:r>
          </a:p>
        </p:txBody>
      </p:sp>
      <p:sp>
        <p:nvSpPr>
          <p:cNvPr id="69" name="Oval 68">
            <a:extLst>
              <a:ext uri="{FF2B5EF4-FFF2-40B4-BE49-F238E27FC236}">
                <a16:creationId xmlns:a16="http://schemas.microsoft.com/office/drawing/2014/main" id="{381A1421-4293-5E4D-833F-6EF677ED1BD5}"/>
              </a:ext>
            </a:extLst>
          </p:cNvPr>
          <p:cNvSpPr/>
          <p:nvPr/>
        </p:nvSpPr>
        <p:spPr bwMode="auto">
          <a:xfrm>
            <a:off x="3999570" y="2164085"/>
            <a:ext cx="332668" cy="332668"/>
          </a:xfrm>
          <a:prstGeom prst="ellipse">
            <a:avLst/>
          </a:prstGeom>
          <a:solidFill>
            <a:srgbClr val="0070C0"/>
          </a:solidFill>
          <a:ln w="19050">
            <a:solidFill>
              <a:schemeClr val="tx1">
                <a:lumMod val="10000"/>
                <a:lumOff val="90000"/>
              </a:schemeClr>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8000" tIns="48000" rIns="48000" bIns="48000" numCol="1" rtlCol="0" anchor="ctr" anchorCtr="0" compatLnSpc="1">
            <a:prstTxWarp prst="textNoShape">
              <a:avLst/>
            </a:prstTxWarp>
          </a:bodyPr>
          <a:lstStyle/>
          <a:p>
            <a:pPr algn="ctr" defTabSz="1219170" fontAlgn="base">
              <a:lnSpc>
                <a:spcPct val="90000"/>
              </a:lnSpc>
              <a:spcBef>
                <a:spcPct val="0"/>
              </a:spcBef>
              <a:spcAft>
                <a:spcPct val="0"/>
              </a:spcAft>
            </a:pPr>
            <a:r>
              <a:rPr lang="en-US" sz="800" dirty="0">
                <a:solidFill>
                  <a:schemeClr val="bg1"/>
                </a:solidFill>
                <a:latin typeface="IBM Plex Sans" panose="020B0503050203000203" pitchFamily="34" charset="0"/>
              </a:rPr>
              <a:t>E</a:t>
            </a:r>
          </a:p>
        </p:txBody>
      </p:sp>
      <p:sp>
        <p:nvSpPr>
          <p:cNvPr id="70" name="TextBox 69">
            <a:extLst>
              <a:ext uri="{FF2B5EF4-FFF2-40B4-BE49-F238E27FC236}">
                <a16:creationId xmlns:a16="http://schemas.microsoft.com/office/drawing/2014/main" id="{5C634EA0-AC7B-B642-828C-E6A78F5A4ED0}"/>
              </a:ext>
            </a:extLst>
          </p:cNvPr>
          <p:cNvSpPr txBox="1"/>
          <p:nvPr/>
        </p:nvSpPr>
        <p:spPr>
          <a:xfrm>
            <a:off x="4396351" y="1665052"/>
            <a:ext cx="615874" cy="420756"/>
          </a:xfrm>
          <a:prstGeom prst="rect">
            <a:avLst/>
          </a:prstGeom>
          <a:noFill/>
          <a:ln>
            <a:noFill/>
          </a:ln>
        </p:spPr>
        <p:txBody>
          <a:bodyPr wrap="none" rtlCol="0">
            <a:spAutoFit/>
          </a:bodyPr>
          <a:lstStyle/>
          <a:p>
            <a:pPr algn="l"/>
            <a:r>
              <a:rPr lang="en-US" sz="1067" dirty="0">
                <a:solidFill>
                  <a:schemeClr val="bg1"/>
                </a:solidFill>
                <a:latin typeface="IBM Plex Sans" charset="0"/>
                <a:ea typeface="IBM Plex Sans" charset="0"/>
                <a:cs typeface="IBM Plex Sans" charset="0"/>
              </a:rPr>
              <a:t>Watch</a:t>
            </a:r>
          </a:p>
          <a:p>
            <a:pPr algn="l"/>
            <a:r>
              <a:rPr lang="en-US" sz="1067" dirty="0">
                <a:solidFill>
                  <a:schemeClr val="bg1"/>
                </a:solidFill>
                <a:latin typeface="IBM Plex Sans" charset="0"/>
                <a:ea typeface="IBM Plex Sans" charset="0"/>
                <a:cs typeface="IBM Plex Sans" charset="0"/>
              </a:rPr>
              <a:t>Demos</a:t>
            </a:r>
          </a:p>
        </p:txBody>
      </p:sp>
      <p:sp>
        <p:nvSpPr>
          <p:cNvPr id="71" name="Oval 70">
            <a:extLst>
              <a:ext uri="{FF2B5EF4-FFF2-40B4-BE49-F238E27FC236}">
                <a16:creationId xmlns:a16="http://schemas.microsoft.com/office/drawing/2014/main" id="{BE4BC77C-391F-884D-BD29-3590E8B52FF6}"/>
              </a:ext>
            </a:extLst>
          </p:cNvPr>
          <p:cNvSpPr/>
          <p:nvPr/>
        </p:nvSpPr>
        <p:spPr bwMode="auto">
          <a:xfrm>
            <a:off x="4524115" y="2164085"/>
            <a:ext cx="332668" cy="332668"/>
          </a:xfrm>
          <a:prstGeom prst="ellipse">
            <a:avLst/>
          </a:prstGeom>
          <a:solidFill>
            <a:srgbClr val="0070C0"/>
          </a:solidFill>
          <a:ln w="19050">
            <a:solidFill>
              <a:schemeClr val="tx1">
                <a:lumMod val="10000"/>
                <a:lumOff val="90000"/>
              </a:schemeClr>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8000" tIns="48000" rIns="48000" bIns="48000" numCol="1" rtlCol="0" anchor="ctr" anchorCtr="0" compatLnSpc="1">
            <a:prstTxWarp prst="textNoShape">
              <a:avLst/>
            </a:prstTxWarp>
          </a:bodyPr>
          <a:lstStyle/>
          <a:p>
            <a:pPr algn="ctr" defTabSz="1219170" fontAlgn="base">
              <a:lnSpc>
                <a:spcPct val="90000"/>
              </a:lnSpc>
              <a:spcBef>
                <a:spcPct val="0"/>
              </a:spcBef>
              <a:spcAft>
                <a:spcPct val="0"/>
              </a:spcAft>
            </a:pPr>
            <a:r>
              <a:rPr lang="en-US" sz="800" dirty="0">
                <a:solidFill>
                  <a:schemeClr val="bg1"/>
                </a:solidFill>
                <a:latin typeface="IBM Plex Sans" panose="020B0503050203000203" pitchFamily="34" charset="0"/>
              </a:rPr>
              <a:t>F</a:t>
            </a:r>
          </a:p>
        </p:txBody>
      </p:sp>
      <p:cxnSp>
        <p:nvCxnSpPr>
          <p:cNvPr id="37" name="Straight Connector 36">
            <a:extLst>
              <a:ext uri="{FF2B5EF4-FFF2-40B4-BE49-F238E27FC236}">
                <a16:creationId xmlns:a16="http://schemas.microsoft.com/office/drawing/2014/main" id="{C9B313DA-CE62-A443-A703-EA2E2A7B4AC6}"/>
              </a:ext>
            </a:extLst>
          </p:cNvPr>
          <p:cNvCxnSpPr>
            <a:cxnSpLocks/>
            <a:stCxn id="15" idx="5"/>
            <a:endCxn id="61" idx="0"/>
          </p:cNvCxnSpPr>
          <p:nvPr/>
        </p:nvCxnSpPr>
        <p:spPr bwMode="auto">
          <a:xfrm>
            <a:off x="2706719" y="2448034"/>
            <a:ext cx="250424" cy="216941"/>
          </a:xfrm>
          <a:prstGeom prst="line">
            <a:avLst/>
          </a:prstGeom>
          <a:ln w="19050">
            <a:solidFill>
              <a:schemeClr val="tx1">
                <a:lumMod val="10000"/>
                <a:lumOff val="90000"/>
              </a:schemeClr>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74" name="Straight Connector 73">
            <a:extLst>
              <a:ext uri="{FF2B5EF4-FFF2-40B4-BE49-F238E27FC236}">
                <a16:creationId xmlns:a16="http://schemas.microsoft.com/office/drawing/2014/main" id="{605F8EA8-A652-B94C-ADA1-1B8F515E3516}"/>
              </a:ext>
            </a:extLst>
          </p:cNvPr>
          <p:cNvCxnSpPr>
            <a:cxnSpLocks/>
            <a:stCxn id="63" idx="3"/>
            <a:endCxn id="61" idx="0"/>
          </p:cNvCxnSpPr>
          <p:nvPr/>
        </p:nvCxnSpPr>
        <p:spPr bwMode="auto">
          <a:xfrm flipH="1">
            <a:off x="2957143" y="2448034"/>
            <a:ext cx="329836" cy="216941"/>
          </a:xfrm>
          <a:prstGeom prst="line">
            <a:avLst/>
          </a:prstGeom>
          <a:ln w="19050">
            <a:solidFill>
              <a:schemeClr val="tx1">
                <a:lumMod val="10000"/>
                <a:lumOff val="90000"/>
              </a:schemeClr>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77" name="Straight Connector 76">
            <a:extLst>
              <a:ext uri="{FF2B5EF4-FFF2-40B4-BE49-F238E27FC236}">
                <a16:creationId xmlns:a16="http://schemas.microsoft.com/office/drawing/2014/main" id="{3B6A4B18-4222-D743-810E-FF33F3180972}"/>
              </a:ext>
            </a:extLst>
          </p:cNvPr>
          <p:cNvCxnSpPr>
            <a:cxnSpLocks/>
            <a:stCxn id="63" idx="5"/>
            <a:endCxn id="65" idx="1"/>
          </p:cNvCxnSpPr>
          <p:nvPr/>
        </p:nvCxnSpPr>
        <p:spPr bwMode="auto">
          <a:xfrm>
            <a:off x="3522209" y="2448034"/>
            <a:ext cx="172008" cy="265660"/>
          </a:xfrm>
          <a:prstGeom prst="line">
            <a:avLst/>
          </a:prstGeom>
          <a:ln w="19050">
            <a:solidFill>
              <a:schemeClr val="tx1">
                <a:lumMod val="10000"/>
                <a:lumOff val="90000"/>
              </a:schemeClr>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80" name="Straight Connector 79">
            <a:extLst>
              <a:ext uri="{FF2B5EF4-FFF2-40B4-BE49-F238E27FC236}">
                <a16:creationId xmlns:a16="http://schemas.microsoft.com/office/drawing/2014/main" id="{6D6903F8-D95F-0341-B4BD-6BE93FA84ECD}"/>
              </a:ext>
            </a:extLst>
          </p:cNvPr>
          <p:cNvCxnSpPr>
            <a:cxnSpLocks/>
            <a:stCxn id="69" idx="3"/>
            <a:endCxn id="65" idx="7"/>
          </p:cNvCxnSpPr>
          <p:nvPr/>
        </p:nvCxnSpPr>
        <p:spPr bwMode="auto">
          <a:xfrm flipH="1">
            <a:off x="3929449" y="2448035"/>
            <a:ext cx="118839" cy="265658"/>
          </a:xfrm>
          <a:prstGeom prst="line">
            <a:avLst/>
          </a:prstGeom>
          <a:ln w="19050">
            <a:solidFill>
              <a:schemeClr val="tx1">
                <a:lumMod val="10000"/>
                <a:lumOff val="90000"/>
              </a:schemeClr>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83" name="Straight Connector 82">
            <a:extLst>
              <a:ext uri="{FF2B5EF4-FFF2-40B4-BE49-F238E27FC236}">
                <a16:creationId xmlns:a16="http://schemas.microsoft.com/office/drawing/2014/main" id="{6547B351-38EB-A942-941C-0C28BBA86FF2}"/>
              </a:ext>
            </a:extLst>
          </p:cNvPr>
          <p:cNvCxnSpPr>
            <a:cxnSpLocks/>
            <a:stCxn id="71" idx="2"/>
            <a:endCxn id="69" idx="6"/>
          </p:cNvCxnSpPr>
          <p:nvPr/>
        </p:nvCxnSpPr>
        <p:spPr bwMode="auto">
          <a:xfrm flipH="1">
            <a:off x="4332238" y="2330419"/>
            <a:ext cx="191877" cy="0"/>
          </a:xfrm>
          <a:prstGeom prst="line">
            <a:avLst/>
          </a:prstGeom>
          <a:ln w="19050">
            <a:solidFill>
              <a:schemeClr val="tx1">
                <a:lumMod val="10000"/>
                <a:lumOff val="90000"/>
              </a:schemeClr>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86" name="Straight Connector 85">
            <a:extLst>
              <a:ext uri="{FF2B5EF4-FFF2-40B4-BE49-F238E27FC236}">
                <a16:creationId xmlns:a16="http://schemas.microsoft.com/office/drawing/2014/main" id="{D09A778F-84A4-214F-BC35-354D8B896F2E}"/>
              </a:ext>
            </a:extLst>
          </p:cNvPr>
          <p:cNvCxnSpPr>
            <a:cxnSpLocks/>
            <a:stCxn id="71" idx="6"/>
            <a:endCxn id="115" idx="2"/>
          </p:cNvCxnSpPr>
          <p:nvPr/>
        </p:nvCxnSpPr>
        <p:spPr bwMode="auto">
          <a:xfrm>
            <a:off x="4856783" y="2330419"/>
            <a:ext cx="204860" cy="0"/>
          </a:xfrm>
          <a:prstGeom prst="line">
            <a:avLst/>
          </a:prstGeom>
          <a:ln w="19050">
            <a:solidFill>
              <a:schemeClr val="tx1">
                <a:lumMod val="10000"/>
                <a:lumOff val="90000"/>
              </a:schemeClr>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91" name="TextBox 90">
            <a:extLst>
              <a:ext uri="{FF2B5EF4-FFF2-40B4-BE49-F238E27FC236}">
                <a16:creationId xmlns:a16="http://schemas.microsoft.com/office/drawing/2014/main" id="{A6E819DF-900E-1948-8BE6-21908A9E3CCA}"/>
              </a:ext>
            </a:extLst>
          </p:cNvPr>
          <p:cNvSpPr txBox="1"/>
          <p:nvPr/>
        </p:nvSpPr>
        <p:spPr>
          <a:xfrm>
            <a:off x="5513704" y="1665052"/>
            <a:ext cx="546945" cy="420756"/>
          </a:xfrm>
          <a:prstGeom prst="rect">
            <a:avLst/>
          </a:prstGeom>
          <a:noFill/>
          <a:ln>
            <a:noFill/>
          </a:ln>
        </p:spPr>
        <p:txBody>
          <a:bodyPr wrap="none" rtlCol="0">
            <a:spAutoFit/>
          </a:bodyPr>
          <a:lstStyle/>
          <a:p>
            <a:pPr algn="l"/>
            <a:r>
              <a:rPr lang="en-US" sz="1067" dirty="0">
                <a:solidFill>
                  <a:schemeClr val="bg1"/>
                </a:solidFill>
                <a:latin typeface="IBM Plex Sans" charset="0"/>
                <a:ea typeface="IBM Plex Sans" charset="0"/>
                <a:cs typeface="IBM Plex Sans" charset="0"/>
              </a:rPr>
              <a:t>White</a:t>
            </a:r>
          </a:p>
          <a:p>
            <a:pPr algn="l"/>
            <a:r>
              <a:rPr lang="en-US" sz="1067" dirty="0">
                <a:solidFill>
                  <a:schemeClr val="bg1"/>
                </a:solidFill>
                <a:latin typeface="IBM Plex Sans" charset="0"/>
                <a:ea typeface="IBM Plex Sans" charset="0"/>
                <a:cs typeface="IBM Plex Sans" charset="0"/>
              </a:rPr>
              <a:t>Paper</a:t>
            </a:r>
          </a:p>
        </p:txBody>
      </p:sp>
      <p:sp>
        <p:nvSpPr>
          <p:cNvPr id="92" name="Oval 91">
            <a:extLst>
              <a:ext uri="{FF2B5EF4-FFF2-40B4-BE49-F238E27FC236}">
                <a16:creationId xmlns:a16="http://schemas.microsoft.com/office/drawing/2014/main" id="{C1C4EEB6-8DEF-FD46-A405-AD7C21A79891}"/>
              </a:ext>
            </a:extLst>
          </p:cNvPr>
          <p:cNvSpPr/>
          <p:nvPr/>
        </p:nvSpPr>
        <p:spPr bwMode="auto">
          <a:xfrm>
            <a:off x="5579177" y="2169585"/>
            <a:ext cx="332668" cy="332668"/>
          </a:xfrm>
          <a:prstGeom prst="ellipse">
            <a:avLst/>
          </a:prstGeom>
          <a:solidFill>
            <a:srgbClr val="0070C0"/>
          </a:solidFill>
          <a:ln w="19050">
            <a:solidFill>
              <a:schemeClr val="tx1">
                <a:lumMod val="10000"/>
                <a:lumOff val="90000"/>
              </a:schemeClr>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8000" tIns="48000" rIns="48000" bIns="48000" numCol="1" rtlCol="0" anchor="ctr" anchorCtr="0" compatLnSpc="1">
            <a:prstTxWarp prst="textNoShape">
              <a:avLst/>
            </a:prstTxWarp>
          </a:bodyPr>
          <a:lstStyle/>
          <a:p>
            <a:pPr algn="ctr" defTabSz="1219170" fontAlgn="base">
              <a:lnSpc>
                <a:spcPct val="90000"/>
              </a:lnSpc>
              <a:spcBef>
                <a:spcPct val="0"/>
              </a:spcBef>
              <a:spcAft>
                <a:spcPct val="0"/>
              </a:spcAft>
            </a:pPr>
            <a:r>
              <a:rPr lang="en-US" sz="800" dirty="0">
                <a:solidFill>
                  <a:schemeClr val="bg1"/>
                </a:solidFill>
                <a:latin typeface="IBM Plex Sans" panose="020B0503050203000203" pitchFamily="34" charset="0"/>
              </a:rPr>
              <a:t>H</a:t>
            </a:r>
          </a:p>
        </p:txBody>
      </p:sp>
      <p:sp>
        <p:nvSpPr>
          <p:cNvPr id="93" name="TextBox 92">
            <a:extLst>
              <a:ext uri="{FF2B5EF4-FFF2-40B4-BE49-F238E27FC236}">
                <a16:creationId xmlns:a16="http://schemas.microsoft.com/office/drawing/2014/main" id="{AAA11B02-F071-6840-BAE1-6AD8A820E3E7}"/>
              </a:ext>
            </a:extLst>
          </p:cNvPr>
          <p:cNvSpPr txBox="1"/>
          <p:nvPr/>
        </p:nvSpPr>
        <p:spPr>
          <a:xfrm>
            <a:off x="6060671" y="1665052"/>
            <a:ext cx="691215" cy="420756"/>
          </a:xfrm>
          <a:prstGeom prst="rect">
            <a:avLst/>
          </a:prstGeom>
          <a:noFill/>
          <a:ln>
            <a:noFill/>
          </a:ln>
        </p:spPr>
        <p:txBody>
          <a:bodyPr wrap="none" rtlCol="0">
            <a:spAutoFit/>
          </a:bodyPr>
          <a:lstStyle/>
          <a:p>
            <a:pPr algn="l"/>
            <a:r>
              <a:rPr lang="en-US" sz="1067" dirty="0">
                <a:solidFill>
                  <a:schemeClr val="bg1"/>
                </a:solidFill>
                <a:latin typeface="IBM Plex Sans" charset="0"/>
                <a:ea typeface="IBM Plex Sans" charset="0"/>
                <a:cs typeface="IBM Plex Sans" charset="0"/>
              </a:rPr>
              <a:t>Solution</a:t>
            </a:r>
          </a:p>
          <a:p>
            <a:pPr algn="l"/>
            <a:r>
              <a:rPr lang="en-US" sz="1067" dirty="0">
                <a:solidFill>
                  <a:schemeClr val="bg1"/>
                </a:solidFill>
                <a:latin typeface="IBM Plex Sans" charset="0"/>
                <a:ea typeface="IBM Plex Sans" charset="0"/>
                <a:cs typeface="IBM Plex Sans" charset="0"/>
              </a:rPr>
              <a:t>Briefs</a:t>
            </a:r>
          </a:p>
        </p:txBody>
      </p:sp>
      <p:sp>
        <p:nvSpPr>
          <p:cNvPr id="94" name="Oval 93">
            <a:extLst>
              <a:ext uri="{FF2B5EF4-FFF2-40B4-BE49-F238E27FC236}">
                <a16:creationId xmlns:a16="http://schemas.microsoft.com/office/drawing/2014/main" id="{21DF2AFF-C634-2D4C-BA36-1AF4D9E1296B}"/>
              </a:ext>
            </a:extLst>
          </p:cNvPr>
          <p:cNvSpPr/>
          <p:nvPr/>
        </p:nvSpPr>
        <p:spPr bwMode="auto">
          <a:xfrm>
            <a:off x="6246143" y="2169585"/>
            <a:ext cx="332668" cy="332668"/>
          </a:xfrm>
          <a:prstGeom prst="ellipse">
            <a:avLst/>
          </a:prstGeom>
          <a:solidFill>
            <a:srgbClr val="0070C0"/>
          </a:solidFill>
          <a:ln w="19050">
            <a:solidFill>
              <a:schemeClr val="tx1">
                <a:lumMod val="10000"/>
                <a:lumOff val="90000"/>
              </a:schemeClr>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8000" tIns="48000" rIns="48000" bIns="48000" numCol="1" rtlCol="0" anchor="ctr" anchorCtr="0" compatLnSpc="1">
            <a:prstTxWarp prst="textNoShape">
              <a:avLst/>
            </a:prstTxWarp>
          </a:bodyPr>
          <a:lstStyle/>
          <a:p>
            <a:pPr algn="ctr" defTabSz="1219170" fontAlgn="base">
              <a:lnSpc>
                <a:spcPct val="90000"/>
              </a:lnSpc>
              <a:spcBef>
                <a:spcPct val="0"/>
              </a:spcBef>
              <a:spcAft>
                <a:spcPct val="0"/>
              </a:spcAft>
            </a:pPr>
            <a:r>
              <a:rPr lang="en-US" sz="800" dirty="0">
                <a:solidFill>
                  <a:schemeClr val="bg1"/>
                </a:solidFill>
                <a:latin typeface="IBM Plex Sans" panose="020B0503050203000203" pitchFamily="34" charset="0"/>
              </a:rPr>
              <a:t>J</a:t>
            </a:r>
          </a:p>
        </p:txBody>
      </p:sp>
      <p:sp>
        <p:nvSpPr>
          <p:cNvPr id="95" name="TextBox 94">
            <a:extLst>
              <a:ext uri="{FF2B5EF4-FFF2-40B4-BE49-F238E27FC236}">
                <a16:creationId xmlns:a16="http://schemas.microsoft.com/office/drawing/2014/main" id="{F6352F10-21C9-1948-9000-B8F5C460BE0F}"/>
              </a:ext>
            </a:extLst>
          </p:cNvPr>
          <p:cNvSpPr txBox="1"/>
          <p:nvPr/>
        </p:nvSpPr>
        <p:spPr>
          <a:xfrm>
            <a:off x="6863823" y="1665052"/>
            <a:ext cx="478016" cy="420756"/>
          </a:xfrm>
          <a:prstGeom prst="rect">
            <a:avLst/>
          </a:prstGeom>
          <a:noFill/>
          <a:ln>
            <a:noFill/>
          </a:ln>
        </p:spPr>
        <p:txBody>
          <a:bodyPr wrap="none" rtlCol="0">
            <a:spAutoFit/>
          </a:bodyPr>
          <a:lstStyle/>
          <a:p>
            <a:pPr algn="l"/>
            <a:r>
              <a:rPr lang="en-US" sz="1067" dirty="0">
                <a:solidFill>
                  <a:schemeClr val="bg1"/>
                </a:solidFill>
                <a:latin typeface="IBM Plex Sans" charset="0"/>
                <a:ea typeface="IBM Plex Sans" charset="0"/>
                <a:cs typeface="IBM Plex Sans" charset="0"/>
              </a:rPr>
              <a:t>Arch</a:t>
            </a:r>
          </a:p>
          <a:p>
            <a:pPr algn="l"/>
            <a:r>
              <a:rPr lang="en-US" sz="1067" dirty="0">
                <a:solidFill>
                  <a:schemeClr val="bg1"/>
                </a:solidFill>
                <a:latin typeface="IBM Plex Sans" charset="0"/>
                <a:ea typeface="IBM Plex Sans" charset="0"/>
                <a:cs typeface="IBM Plex Sans" charset="0"/>
              </a:rPr>
              <a:t>Brief</a:t>
            </a:r>
          </a:p>
        </p:txBody>
      </p:sp>
      <p:sp>
        <p:nvSpPr>
          <p:cNvPr id="96" name="Oval 95">
            <a:extLst>
              <a:ext uri="{FF2B5EF4-FFF2-40B4-BE49-F238E27FC236}">
                <a16:creationId xmlns:a16="http://schemas.microsoft.com/office/drawing/2014/main" id="{2B5B6F82-5DC0-3D44-8FC8-E65AF3E15228}"/>
              </a:ext>
            </a:extLst>
          </p:cNvPr>
          <p:cNvSpPr/>
          <p:nvPr/>
        </p:nvSpPr>
        <p:spPr bwMode="auto">
          <a:xfrm>
            <a:off x="6967009" y="2169585"/>
            <a:ext cx="332668" cy="332668"/>
          </a:xfrm>
          <a:prstGeom prst="ellipse">
            <a:avLst/>
          </a:prstGeom>
          <a:solidFill>
            <a:srgbClr val="0070C0"/>
          </a:solidFill>
          <a:ln w="19050">
            <a:solidFill>
              <a:schemeClr val="tx1">
                <a:lumMod val="10000"/>
                <a:lumOff val="90000"/>
              </a:schemeClr>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8000" tIns="48000" rIns="48000" bIns="48000" numCol="1" rtlCol="0" anchor="ctr" anchorCtr="0" compatLnSpc="1">
            <a:prstTxWarp prst="textNoShape">
              <a:avLst/>
            </a:prstTxWarp>
          </a:bodyPr>
          <a:lstStyle/>
          <a:p>
            <a:pPr algn="ctr" defTabSz="1219170" fontAlgn="base">
              <a:lnSpc>
                <a:spcPct val="90000"/>
              </a:lnSpc>
              <a:spcBef>
                <a:spcPct val="0"/>
              </a:spcBef>
              <a:spcAft>
                <a:spcPct val="0"/>
              </a:spcAft>
            </a:pPr>
            <a:r>
              <a:rPr lang="en-US" sz="800" dirty="0">
                <a:solidFill>
                  <a:schemeClr val="bg1"/>
                </a:solidFill>
                <a:latin typeface="IBM Plex Sans" panose="020B0503050203000203" pitchFamily="34" charset="0"/>
              </a:rPr>
              <a:t>L</a:t>
            </a:r>
          </a:p>
        </p:txBody>
      </p:sp>
      <p:cxnSp>
        <p:nvCxnSpPr>
          <p:cNvPr id="104" name="Straight Connector 103">
            <a:extLst>
              <a:ext uri="{FF2B5EF4-FFF2-40B4-BE49-F238E27FC236}">
                <a16:creationId xmlns:a16="http://schemas.microsoft.com/office/drawing/2014/main" id="{E39E0D60-71B0-3A45-8947-D1F542764D07}"/>
              </a:ext>
            </a:extLst>
          </p:cNvPr>
          <p:cNvCxnSpPr>
            <a:cxnSpLocks/>
            <a:stCxn id="96" idx="5"/>
            <a:endCxn id="113" idx="0"/>
          </p:cNvCxnSpPr>
          <p:nvPr/>
        </p:nvCxnSpPr>
        <p:spPr bwMode="auto">
          <a:xfrm>
            <a:off x="7250957" y="2453534"/>
            <a:ext cx="280832" cy="211441"/>
          </a:xfrm>
          <a:prstGeom prst="line">
            <a:avLst/>
          </a:prstGeom>
          <a:ln w="19050">
            <a:solidFill>
              <a:schemeClr val="tx1">
                <a:lumMod val="10000"/>
                <a:lumOff val="90000"/>
              </a:schemeClr>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07" name="Oval 106">
            <a:extLst>
              <a:ext uri="{FF2B5EF4-FFF2-40B4-BE49-F238E27FC236}">
                <a16:creationId xmlns:a16="http://schemas.microsoft.com/office/drawing/2014/main" id="{F4B487A3-DF13-C743-9C1C-82D48EB1A72C}"/>
              </a:ext>
            </a:extLst>
          </p:cNvPr>
          <p:cNvSpPr/>
          <p:nvPr/>
        </p:nvSpPr>
        <p:spPr bwMode="auto">
          <a:xfrm>
            <a:off x="6637233" y="2664975"/>
            <a:ext cx="332668" cy="332668"/>
          </a:xfrm>
          <a:prstGeom prst="ellipse">
            <a:avLst/>
          </a:prstGeom>
          <a:solidFill>
            <a:srgbClr val="C00000"/>
          </a:solidFill>
          <a:ln w="19050">
            <a:solidFill>
              <a:schemeClr val="tx1">
                <a:lumMod val="10000"/>
                <a:lumOff val="90000"/>
              </a:schemeClr>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8000" tIns="48000" rIns="48000" bIns="48000" numCol="1" rtlCol="0" anchor="ctr" anchorCtr="0" compatLnSpc="1">
            <a:prstTxWarp prst="textNoShape">
              <a:avLst/>
            </a:prstTxWarp>
          </a:bodyPr>
          <a:lstStyle/>
          <a:p>
            <a:pPr algn="ctr" defTabSz="1219170" fontAlgn="base">
              <a:lnSpc>
                <a:spcPct val="90000"/>
              </a:lnSpc>
              <a:spcBef>
                <a:spcPct val="0"/>
              </a:spcBef>
              <a:spcAft>
                <a:spcPct val="0"/>
              </a:spcAft>
            </a:pPr>
            <a:r>
              <a:rPr lang="en-US" sz="800" dirty="0">
                <a:solidFill>
                  <a:schemeClr val="bg1"/>
                </a:solidFill>
                <a:latin typeface="IBM Plex Sans" panose="020B0503050203000203" pitchFamily="34" charset="0"/>
              </a:rPr>
              <a:t>K</a:t>
            </a:r>
          </a:p>
        </p:txBody>
      </p:sp>
      <p:sp>
        <p:nvSpPr>
          <p:cNvPr id="108" name="TextBox 107">
            <a:extLst>
              <a:ext uri="{FF2B5EF4-FFF2-40B4-BE49-F238E27FC236}">
                <a16:creationId xmlns:a16="http://schemas.microsoft.com/office/drawing/2014/main" id="{F3127AC9-E06E-6E47-90DB-2C19B4E38FED}"/>
              </a:ext>
            </a:extLst>
          </p:cNvPr>
          <p:cNvSpPr txBox="1"/>
          <p:nvPr/>
        </p:nvSpPr>
        <p:spPr>
          <a:xfrm>
            <a:off x="6444334" y="2973532"/>
            <a:ext cx="718466" cy="420756"/>
          </a:xfrm>
          <a:prstGeom prst="rect">
            <a:avLst/>
          </a:prstGeom>
          <a:noFill/>
          <a:ln>
            <a:noFill/>
          </a:ln>
        </p:spPr>
        <p:txBody>
          <a:bodyPr wrap="none" rtlCol="0">
            <a:spAutoFit/>
          </a:bodyPr>
          <a:lstStyle/>
          <a:p>
            <a:pPr algn="l"/>
            <a:r>
              <a:rPr lang="en-US" sz="1067" dirty="0">
                <a:solidFill>
                  <a:schemeClr val="bg1"/>
                </a:solidFill>
                <a:latin typeface="IBM Plex Sans" charset="0"/>
                <a:ea typeface="IBM Plex Sans" charset="0"/>
                <a:cs typeface="IBM Plex Sans" charset="0"/>
              </a:rPr>
              <a:t>Rep / BP</a:t>
            </a:r>
          </a:p>
          <a:p>
            <a:pPr algn="l"/>
            <a:r>
              <a:rPr lang="en-US" sz="1067" dirty="0">
                <a:solidFill>
                  <a:schemeClr val="bg1"/>
                </a:solidFill>
                <a:latin typeface="IBM Plex Sans" charset="0"/>
                <a:ea typeface="IBM Plex Sans" charset="0"/>
                <a:cs typeface="IBM Plex Sans" charset="0"/>
              </a:rPr>
              <a:t>Engaged</a:t>
            </a:r>
          </a:p>
        </p:txBody>
      </p:sp>
      <p:sp>
        <p:nvSpPr>
          <p:cNvPr id="113" name="Oval 112">
            <a:extLst>
              <a:ext uri="{FF2B5EF4-FFF2-40B4-BE49-F238E27FC236}">
                <a16:creationId xmlns:a16="http://schemas.microsoft.com/office/drawing/2014/main" id="{CD9CAC0E-09AA-0D48-8C17-F4CE09478E22}"/>
              </a:ext>
            </a:extLst>
          </p:cNvPr>
          <p:cNvSpPr/>
          <p:nvPr/>
        </p:nvSpPr>
        <p:spPr bwMode="auto">
          <a:xfrm>
            <a:off x="7365455" y="2664975"/>
            <a:ext cx="332668" cy="332668"/>
          </a:xfrm>
          <a:prstGeom prst="ellipse">
            <a:avLst/>
          </a:prstGeom>
          <a:solidFill>
            <a:schemeClr val="bg2"/>
          </a:solidFill>
          <a:ln w="19050">
            <a:solidFill>
              <a:schemeClr val="tx1">
                <a:lumMod val="10000"/>
                <a:lumOff val="90000"/>
              </a:schemeClr>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8000" tIns="48000" rIns="48000" bIns="48000" numCol="1" rtlCol="0" anchor="ctr" anchorCtr="0" compatLnSpc="1">
            <a:prstTxWarp prst="textNoShape">
              <a:avLst/>
            </a:prstTxWarp>
          </a:bodyPr>
          <a:lstStyle/>
          <a:p>
            <a:pPr algn="ctr" defTabSz="1219170" fontAlgn="base">
              <a:lnSpc>
                <a:spcPct val="90000"/>
              </a:lnSpc>
              <a:spcBef>
                <a:spcPct val="0"/>
              </a:spcBef>
              <a:spcAft>
                <a:spcPct val="0"/>
              </a:spcAft>
            </a:pPr>
            <a:r>
              <a:rPr lang="en-US" sz="800" dirty="0">
                <a:solidFill>
                  <a:schemeClr val="tx1"/>
                </a:solidFill>
                <a:latin typeface="IBM Plex Sans" panose="020B0503050203000203" pitchFamily="34" charset="0"/>
              </a:rPr>
              <a:t>M</a:t>
            </a:r>
          </a:p>
        </p:txBody>
      </p:sp>
      <p:sp>
        <p:nvSpPr>
          <p:cNvPr id="114" name="TextBox 113">
            <a:extLst>
              <a:ext uri="{FF2B5EF4-FFF2-40B4-BE49-F238E27FC236}">
                <a16:creationId xmlns:a16="http://schemas.microsoft.com/office/drawing/2014/main" id="{2122D1B5-A48B-0C4F-ADFA-8A091139EA64}"/>
              </a:ext>
            </a:extLst>
          </p:cNvPr>
          <p:cNvSpPr txBox="1"/>
          <p:nvPr/>
        </p:nvSpPr>
        <p:spPr>
          <a:xfrm>
            <a:off x="7227004" y="2973532"/>
            <a:ext cx="548548" cy="420756"/>
          </a:xfrm>
          <a:prstGeom prst="rect">
            <a:avLst/>
          </a:prstGeom>
          <a:noFill/>
          <a:ln>
            <a:noFill/>
          </a:ln>
        </p:spPr>
        <p:txBody>
          <a:bodyPr wrap="none" rtlCol="0">
            <a:spAutoFit/>
          </a:bodyPr>
          <a:lstStyle/>
          <a:p>
            <a:pPr algn="l"/>
            <a:r>
              <a:rPr lang="en-US" sz="1067" dirty="0">
                <a:solidFill>
                  <a:schemeClr val="bg1"/>
                </a:solidFill>
                <a:latin typeface="IBM Plex Sans" charset="0"/>
                <a:ea typeface="IBM Plex Sans" charset="0"/>
                <a:cs typeface="IBM Plex Sans" charset="0"/>
              </a:rPr>
              <a:t>Live</a:t>
            </a:r>
          </a:p>
          <a:p>
            <a:pPr algn="l"/>
            <a:r>
              <a:rPr lang="en-US" sz="1067" dirty="0">
                <a:solidFill>
                  <a:schemeClr val="bg1"/>
                </a:solidFill>
                <a:latin typeface="IBM Plex Sans" charset="0"/>
                <a:ea typeface="IBM Plex Sans" charset="0"/>
                <a:cs typeface="IBM Plex Sans" charset="0"/>
              </a:rPr>
              <a:t>Demo</a:t>
            </a:r>
          </a:p>
        </p:txBody>
      </p:sp>
      <p:cxnSp>
        <p:nvCxnSpPr>
          <p:cNvPr id="119" name="Straight Connector 118">
            <a:extLst>
              <a:ext uri="{FF2B5EF4-FFF2-40B4-BE49-F238E27FC236}">
                <a16:creationId xmlns:a16="http://schemas.microsoft.com/office/drawing/2014/main" id="{71F42E12-0025-0146-86F6-E54A02F814E7}"/>
              </a:ext>
            </a:extLst>
          </p:cNvPr>
          <p:cNvCxnSpPr>
            <a:cxnSpLocks/>
            <a:stCxn id="107" idx="7"/>
            <a:endCxn id="96" idx="3"/>
          </p:cNvCxnSpPr>
          <p:nvPr/>
        </p:nvCxnSpPr>
        <p:spPr bwMode="auto">
          <a:xfrm flipV="1">
            <a:off x="6921183" y="2453535"/>
            <a:ext cx="94544" cy="260158"/>
          </a:xfrm>
          <a:prstGeom prst="line">
            <a:avLst/>
          </a:prstGeom>
          <a:ln w="19050">
            <a:solidFill>
              <a:schemeClr val="tx1">
                <a:lumMod val="10000"/>
                <a:lumOff val="90000"/>
              </a:schemeClr>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22" name="TextBox 121">
            <a:extLst>
              <a:ext uri="{FF2B5EF4-FFF2-40B4-BE49-F238E27FC236}">
                <a16:creationId xmlns:a16="http://schemas.microsoft.com/office/drawing/2014/main" id="{75F5C621-079C-674E-ABDE-D4765A55B549}"/>
              </a:ext>
            </a:extLst>
          </p:cNvPr>
          <p:cNvSpPr txBox="1"/>
          <p:nvPr/>
        </p:nvSpPr>
        <p:spPr>
          <a:xfrm>
            <a:off x="8760134" y="1665052"/>
            <a:ext cx="644728" cy="420756"/>
          </a:xfrm>
          <a:prstGeom prst="rect">
            <a:avLst/>
          </a:prstGeom>
          <a:noFill/>
          <a:ln>
            <a:noFill/>
          </a:ln>
        </p:spPr>
        <p:txBody>
          <a:bodyPr wrap="none" rtlCol="0">
            <a:spAutoFit/>
          </a:bodyPr>
          <a:lstStyle/>
          <a:p>
            <a:pPr algn="l"/>
            <a:r>
              <a:rPr lang="en-US" sz="1067" dirty="0">
                <a:solidFill>
                  <a:schemeClr val="bg1"/>
                </a:solidFill>
                <a:latin typeface="IBM Plex Sans" charset="0"/>
                <a:ea typeface="IBM Plex Sans" charset="0"/>
                <a:cs typeface="IBM Plex Sans" charset="0"/>
              </a:rPr>
              <a:t>Analyst</a:t>
            </a:r>
          </a:p>
          <a:p>
            <a:pPr algn="l"/>
            <a:r>
              <a:rPr lang="en-US" sz="1067" dirty="0">
                <a:solidFill>
                  <a:schemeClr val="bg1"/>
                </a:solidFill>
                <a:latin typeface="IBM Plex Sans" charset="0"/>
                <a:ea typeface="IBM Plex Sans" charset="0"/>
                <a:cs typeface="IBM Plex Sans" charset="0"/>
              </a:rPr>
              <a:t>Paper</a:t>
            </a:r>
          </a:p>
        </p:txBody>
      </p:sp>
      <p:sp>
        <p:nvSpPr>
          <p:cNvPr id="123" name="Oval 122">
            <a:extLst>
              <a:ext uri="{FF2B5EF4-FFF2-40B4-BE49-F238E27FC236}">
                <a16:creationId xmlns:a16="http://schemas.microsoft.com/office/drawing/2014/main" id="{A5F268FF-A6CB-9F4A-AD1D-78D098C52D18}"/>
              </a:ext>
            </a:extLst>
          </p:cNvPr>
          <p:cNvSpPr/>
          <p:nvPr/>
        </p:nvSpPr>
        <p:spPr bwMode="auto">
          <a:xfrm>
            <a:off x="8944538" y="2169585"/>
            <a:ext cx="332668" cy="332668"/>
          </a:xfrm>
          <a:prstGeom prst="ellipse">
            <a:avLst/>
          </a:prstGeom>
          <a:solidFill>
            <a:srgbClr val="0070C0"/>
          </a:solidFill>
          <a:ln w="19050">
            <a:solidFill>
              <a:schemeClr val="tx1">
                <a:lumMod val="10000"/>
                <a:lumOff val="90000"/>
              </a:schemeClr>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8000" tIns="48000" rIns="48000" bIns="48000" numCol="1" rtlCol="0" anchor="ctr" anchorCtr="0" compatLnSpc="1">
            <a:prstTxWarp prst="textNoShape">
              <a:avLst/>
            </a:prstTxWarp>
          </a:bodyPr>
          <a:lstStyle/>
          <a:p>
            <a:pPr algn="ctr" defTabSz="1219170" fontAlgn="base">
              <a:lnSpc>
                <a:spcPct val="90000"/>
              </a:lnSpc>
              <a:spcBef>
                <a:spcPct val="0"/>
              </a:spcBef>
              <a:spcAft>
                <a:spcPct val="0"/>
              </a:spcAft>
            </a:pPr>
            <a:r>
              <a:rPr lang="en-US" sz="800" dirty="0">
                <a:solidFill>
                  <a:schemeClr val="bg1"/>
                </a:solidFill>
                <a:latin typeface="IBM Plex Sans" panose="020B0503050203000203" pitchFamily="34" charset="0"/>
              </a:rPr>
              <a:t>P</a:t>
            </a:r>
          </a:p>
        </p:txBody>
      </p:sp>
      <p:sp>
        <p:nvSpPr>
          <p:cNvPr id="124" name="TextBox 123">
            <a:extLst>
              <a:ext uri="{FF2B5EF4-FFF2-40B4-BE49-F238E27FC236}">
                <a16:creationId xmlns:a16="http://schemas.microsoft.com/office/drawing/2014/main" id="{5C0A78E6-5D3E-F341-8AC9-3B22110C1995}"/>
              </a:ext>
            </a:extLst>
          </p:cNvPr>
          <p:cNvSpPr txBox="1"/>
          <p:nvPr/>
        </p:nvSpPr>
        <p:spPr>
          <a:xfrm>
            <a:off x="9155131" y="2975643"/>
            <a:ext cx="814647" cy="420756"/>
          </a:xfrm>
          <a:prstGeom prst="rect">
            <a:avLst/>
          </a:prstGeom>
          <a:noFill/>
          <a:ln>
            <a:noFill/>
          </a:ln>
        </p:spPr>
        <p:txBody>
          <a:bodyPr wrap="none" rtlCol="0">
            <a:spAutoFit/>
          </a:bodyPr>
          <a:lstStyle/>
          <a:p>
            <a:pPr algn="l"/>
            <a:r>
              <a:rPr lang="en-US" sz="1067" dirty="0">
                <a:solidFill>
                  <a:schemeClr val="bg1"/>
                </a:solidFill>
                <a:latin typeface="IBM Plex Sans" charset="0"/>
                <a:ea typeface="IBM Plex Sans" charset="0"/>
                <a:cs typeface="IBM Plex Sans" charset="0"/>
              </a:rPr>
              <a:t>Customer</a:t>
            </a:r>
          </a:p>
          <a:p>
            <a:pPr algn="l"/>
            <a:r>
              <a:rPr lang="en-US" sz="1067" dirty="0">
                <a:solidFill>
                  <a:schemeClr val="bg1"/>
                </a:solidFill>
                <a:latin typeface="IBM Plex Sans" charset="0"/>
                <a:ea typeface="IBM Plex Sans" charset="0"/>
                <a:cs typeface="IBM Plex Sans" charset="0"/>
              </a:rPr>
              <a:t>Reference</a:t>
            </a:r>
          </a:p>
        </p:txBody>
      </p:sp>
      <p:sp>
        <p:nvSpPr>
          <p:cNvPr id="125" name="Oval 124">
            <a:extLst>
              <a:ext uri="{FF2B5EF4-FFF2-40B4-BE49-F238E27FC236}">
                <a16:creationId xmlns:a16="http://schemas.microsoft.com/office/drawing/2014/main" id="{2E3806AE-17D4-9C48-A402-474E85433B73}"/>
              </a:ext>
            </a:extLst>
          </p:cNvPr>
          <p:cNvSpPr/>
          <p:nvPr/>
        </p:nvSpPr>
        <p:spPr bwMode="auto">
          <a:xfrm>
            <a:off x="9425029" y="2672025"/>
            <a:ext cx="332668" cy="332668"/>
          </a:xfrm>
          <a:prstGeom prst="ellipse">
            <a:avLst/>
          </a:prstGeom>
          <a:solidFill>
            <a:srgbClr val="C00000"/>
          </a:solidFill>
          <a:ln w="19050">
            <a:solidFill>
              <a:schemeClr val="tx1">
                <a:lumMod val="10000"/>
                <a:lumOff val="90000"/>
              </a:schemeClr>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8000" tIns="48000" rIns="48000" bIns="48000" numCol="1" rtlCol="0" anchor="ctr" anchorCtr="0" compatLnSpc="1">
            <a:prstTxWarp prst="textNoShape">
              <a:avLst/>
            </a:prstTxWarp>
          </a:bodyPr>
          <a:lstStyle/>
          <a:p>
            <a:pPr algn="ctr" defTabSz="1219170" fontAlgn="base">
              <a:lnSpc>
                <a:spcPct val="90000"/>
              </a:lnSpc>
              <a:spcBef>
                <a:spcPct val="0"/>
              </a:spcBef>
              <a:spcAft>
                <a:spcPct val="0"/>
              </a:spcAft>
            </a:pPr>
            <a:r>
              <a:rPr lang="en-US" sz="800" dirty="0">
                <a:solidFill>
                  <a:schemeClr val="bg1"/>
                </a:solidFill>
                <a:latin typeface="IBM Plex Sans" panose="020B0503050203000203" pitchFamily="34" charset="0"/>
              </a:rPr>
              <a:t>Q</a:t>
            </a:r>
          </a:p>
        </p:txBody>
      </p:sp>
      <p:sp>
        <p:nvSpPr>
          <p:cNvPr id="126" name="TextBox 125">
            <a:extLst>
              <a:ext uri="{FF2B5EF4-FFF2-40B4-BE49-F238E27FC236}">
                <a16:creationId xmlns:a16="http://schemas.microsoft.com/office/drawing/2014/main" id="{2C233881-DD55-924C-ACA9-62C599BFF478}"/>
              </a:ext>
            </a:extLst>
          </p:cNvPr>
          <p:cNvSpPr txBox="1"/>
          <p:nvPr/>
        </p:nvSpPr>
        <p:spPr>
          <a:xfrm>
            <a:off x="9733479" y="1665052"/>
            <a:ext cx="529312" cy="420756"/>
          </a:xfrm>
          <a:prstGeom prst="rect">
            <a:avLst/>
          </a:prstGeom>
          <a:noFill/>
          <a:ln>
            <a:noFill/>
          </a:ln>
        </p:spPr>
        <p:txBody>
          <a:bodyPr wrap="none" rtlCol="0">
            <a:spAutoFit/>
          </a:bodyPr>
          <a:lstStyle/>
          <a:p>
            <a:pPr algn="l"/>
            <a:r>
              <a:rPr lang="en-US" sz="1067" dirty="0">
                <a:solidFill>
                  <a:schemeClr val="bg1"/>
                </a:solidFill>
                <a:latin typeface="IBM Plex Sans" charset="0"/>
                <a:ea typeface="IBM Plex Sans" charset="0"/>
                <a:cs typeface="IBM Plex Sans" charset="0"/>
              </a:rPr>
              <a:t>TCO /</a:t>
            </a:r>
          </a:p>
          <a:p>
            <a:pPr algn="l"/>
            <a:r>
              <a:rPr lang="en-US" sz="1067" dirty="0">
                <a:solidFill>
                  <a:schemeClr val="bg1"/>
                </a:solidFill>
                <a:latin typeface="IBM Plex Sans" charset="0"/>
                <a:ea typeface="IBM Plex Sans" charset="0"/>
                <a:cs typeface="IBM Plex Sans" charset="0"/>
              </a:rPr>
              <a:t>ROI</a:t>
            </a:r>
          </a:p>
        </p:txBody>
      </p:sp>
      <p:sp>
        <p:nvSpPr>
          <p:cNvPr id="127" name="Oval 126">
            <a:extLst>
              <a:ext uri="{FF2B5EF4-FFF2-40B4-BE49-F238E27FC236}">
                <a16:creationId xmlns:a16="http://schemas.microsoft.com/office/drawing/2014/main" id="{81AE343F-7D76-B74F-B37C-640576B742AB}"/>
              </a:ext>
            </a:extLst>
          </p:cNvPr>
          <p:cNvSpPr/>
          <p:nvPr/>
        </p:nvSpPr>
        <p:spPr bwMode="auto">
          <a:xfrm>
            <a:off x="9863381" y="2174177"/>
            <a:ext cx="332668" cy="332668"/>
          </a:xfrm>
          <a:prstGeom prst="ellipse">
            <a:avLst/>
          </a:prstGeom>
          <a:solidFill>
            <a:srgbClr val="0070C0"/>
          </a:solidFill>
          <a:ln w="19050">
            <a:solidFill>
              <a:schemeClr val="tx1">
                <a:lumMod val="10000"/>
                <a:lumOff val="90000"/>
              </a:schemeClr>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8000" tIns="48000" rIns="48000" bIns="48000" numCol="1" rtlCol="0" anchor="ctr" anchorCtr="0" compatLnSpc="1">
            <a:prstTxWarp prst="textNoShape">
              <a:avLst/>
            </a:prstTxWarp>
          </a:bodyPr>
          <a:lstStyle/>
          <a:p>
            <a:pPr algn="ctr" defTabSz="1219170" fontAlgn="base">
              <a:lnSpc>
                <a:spcPct val="90000"/>
              </a:lnSpc>
              <a:spcBef>
                <a:spcPct val="0"/>
              </a:spcBef>
              <a:spcAft>
                <a:spcPct val="0"/>
              </a:spcAft>
            </a:pPr>
            <a:r>
              <a:rPr lang="en-US" sz="800" dirty="0">
                <a:solidFill>
                  <a:schemeClr val="bg1"/>
                </a:solidFill>
                <a:latin typeface="IBM Plex Sans" panose="020B0503050203000203" pitchFamily="34" charset="0"/>
              </a:rPr>
              <a:t>R</a:t>
            </a:r>
          </a:p>
        </p:txBody>
      </p:sp>
      <p:sp>
        <p:nvSpPr>
          <p:cNvPr id="128" name="TextBox 127">
            <a:extLst>
              <a:ext uri="{FF2B5EF4-FFF2-40B4-BE49-F238E27FC236}">
                <a16:creationId xmlns:a16="http://schemas.microsoft.com/office/drawing/2014/main" id="{1373ECB2-8BF6-9A42-9E65-4C113BAB1F5B}"/>
              </a:ext>
            </a:extLst>
          </p:cNvPr>
          <p:cNvSpPr txBox="1"/>
          <p:nvPr/>
        </p:nvSpPr>
        <p:spPr>
          <a:xfrm>
            <a:off x="10165023" y="2975643"/>
            <a:ext cx="966931" cy="420756"/>
          </a:xfrm>
          <a:prstGeom prst="rect">
            <a:avLst/>
          </a:prstGeom>
          <a:noFill/>
          <a:ln>
            <a:noFill/>
          </a:ln>
        </p:spPr>
        <p:txBody>
          <a:bodyPr wrap="none" rtlCol="0">
            <a:spAutoFit/>
          </a:bodyPr>
          <a:lstStyle/>
          <a:p>
            <a:pPr algn="l"/>
            <a:r>
              <a:rPr lang="en-US" sz="1067" dirty="0">
                <a:solidFill>
                  <a:schemeClr val="bg1"/>
                </a:solidFill>
                <a:latin typeface="IBM Plex Sans" charset="0"/>
                <a:ea typeface="IBM Plex Sans" charset="0"/>
                <a:cs typeface="IBM Plex Sans" charset="0"/>
              </a:rPr>
              <a:t>Recommend</a:t>
            </a:r>
          </a:p>
          <a:p>
            <a:pPr algn="l"/>
            <a:r>
              <a:rPr lang="en-US" sz="1067" dirty="0">
                <a:solidFill>
                  <a:schemeClr val="bg1"/>
                </a:solidFill>
                <a:latin typeface="IBM Plex Sans" charset="0"/>
                <a:ea typeface="IBM Plex Sans" charset="0"/>
                <a:cs typeface="IBM Plex Sans" charset="0"/>
              </a:rPr>
              <a:t>Purchase</a:t>
            </a:r>
          </a:p>
        </p:txBody>
      </p:sp>
      <p:sp>
        <p:nvSpPr>
          <p:cNvPr id="129" name="Oval 128">
            <a:extLst>
              <a:ext uri="{FF2B5EF4-FFF2-40B4-BE49-F238E27FC236}">
                <a16:creationId xmlns:a16="http://schemas.microsoft.com/office/drawing/2014/main" id="{D25BF93D-BD9A-5C4E-B487-691E3AE30158}"/>
              </a:ext>
            </a:extLst>
          </p:cNvPr>
          <p:cNvSpPr/>
          <p:nvPr/>
        </p:nvSpPr>
        <p:spPr bwMode="auto">
          <a:xfrm>
            <a:off x="10411290" y="2674803"/>
            <a:ext cx="332668" cy="332668"/>
          </a:xfrm>
          <a:prstGeom prst="ellipse">
            <a:avLst/>
          </a:prstGeom>
          <a:solidFill>
            <a:schemeClr val="bg2"/>
          </a:solidFill>
          <a:ln w="19050">
            <a:solidFill>
              <a:schemeClr val="tx1">
                <a:lumMod val="10000"/>
                <a:lumOff val="90000"/>
              </a:schemeClr>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8000" tIns="48000" rIns="48000" bIns="48000" numCol="1" rtlCol="0" anchor="ctr" anchorCtr="0" compatLnSpc="1">
            <a:prstTxWarp prst="textNoShape">
              <a:avLst/>
            </a:prstTxWarp>
          </a:bodyPr>
          <a:lstStyle/>
          <a:p>
            <a:pPr algn="ctr" defTabSz="1219170" fontAlgn="base">
              <a:lnSpc>
                <a:spcPct val="90000"/>
              </a:lnSpc>
              <a:spcBef>
                <a:spcPct val="0"/>
              </a:spcBef>
              <a:spcAft>
                <a:spcPct val="0"/>
              </a:spcAft>
            </a:pPr>
            <a:r>
              <a:rPr lang="en-US" sz="800" dirty="0">
                <a:solidFill>
                  <a:schemeClr val="tx1"/>
                </a:solidFill>
                <a:latin typeface="IBM Plex Sans" panose="020B0503050203000203" pitchFamily="34" charset="0"/>
              </a:rPr>
              <a:t>S</a:t>
            </a:r>
          </a:p>
        </p:txBody>
      </p:sp>
      <p:sp>
        <p:nvSpPr>
          <p:cNvPr id="140" name="Oval 139">
            <a:extLst>
              <a:ext uri="{FF2B5EF4-FFF2-40B4-BE49-F238E27FC236}">
                <a16:creationId xmlns:a16="http://schemas.microsoft.com/office/drawing/2014/main" id="{721227C8-9B3A-A64A-9668-141B4FAD2540}"/>
              </a:ext>
            </a:extLst>
          </p:cNvPr>
          <p:cNvSpPr/>
          <p:nvPr/>
        </p:nvSpPr>
        <p:spPr bwMode="auto">
          <a:xfrm>
            <a:off x="8102311" y="2664975"/>
            <a:ext cx="332668" cy="332668"/>
          </a:xfrm>
          <a:prstGeom prst="ellipse">
            <a:avLst/>
          </a:prstGeom>
          <a:solidFill>
            <a:schemeClr val="bg2"/>
          </a:solidFill>
          <a:ln w="19050">
            <a:solidFill>
              <a:schemeClr val="tx1">
                <a:lumMod val="10000"/>
                <a:lumOff val="90000"/>
              </a:schemeClr>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8000" tIns="48000" rIns="48000" bIns="48000" numCol="1" rtlCol="0" anchor="ctr" anchorCtr="0" compatLnSpc="1">
            <a:prstTxWarp prst="textNoShape">
              <a:avLst/>
            </a:prstTxWarp>
          </a:bodyPr>
          <a:lstStyle/>
          <a:p>
            <a:pPr algn="ctr" defTabSz="1219170" fontAlgn="base">
              <a:lnSpc>
                <a:spcPct val="90000"/>
              </a:lnSpc>
              <a:spcBef>
                <a:spcPct val="0"/>
              </a:spcBef>
              <a:spcAft>
                <a:spcPct val="0"/>
              </a:spcAft>
            </a:pPr>
            <a:r>
              <a:rPr lang="en-US" sz="800" dirty="0">
                <a:solidFill>
                  <a:schemeClr val="tx1"/>
                </a:solidFill>
                <a:latin typeface="IBM Plex Sans" panose="020B0503050203000203" pitchFamily="34" charset="0"/>
              </a:rPr>
              <a:t>O</a:t>
            </a:r>
          </a:p>
        </p:txBody>
      </p:sp>
      <p:sp>
        <p:nvSpPr>
          <p:cNvPr id="141" name="TextBox 140">
            <a:extLst>
              <a:ext uri="{FF2B5EF4-FFF2-40B4-BE49-F238E27FC236}">
                <a16:creationId xmlns:a16="http://schemas.microsoft.com/office/drawing/2014/main" id="{0D4AA096-AD74-B440-B688-0B686C2DD4A2}"/>
              </a:ext>
            </a:extLst>
          </p:cNvPr>
          <p:cNvSpPr txBox="1"/>
          <p:nvPr/>
        </p:nvSpPr>
        <p:spPr>
          <a:xfrm>
            <a:off x="8022637" y="2973532"/>
            <a:ext cx="582211" cy="420756"/>
          </a:xfrm>
          <a:prstGeom prst="rect">
            <a:avLst/>
          </a:prstGeom>
          <a:noFill/>
          <a:ln>
            <a:noFill/>
          </a:ln>
        </p:spPr>
        <p:txBody>
          <a:bodyPr wrap="none" rtlCol="0">
            <a:spAutoFit/>
          </a:bodyPr>
          <a:lstStyle/>
          <a:p>
            <a:pPr algn="l"/>
            <a:r>
              <a:rPr lang="en-US" sz="1067" dirty="0">
                <a:solidFill>
                  <a:schemeClr val="bg1"/>
                </a:solidFill>
                <a:latin typeface="IBM Plex Sans" charset="0"/>
                <a:ea typeface="IBM Plex Sans" charset="0"/>
                <a:cs typeface="IBM Plex Sans" charset="0"/>
              </a:rPr>
              <a:t>Onsite</a:t>
            </a:r>
          </a:p>
          <a:p>
            <a:pPr algn="l"/>
            <a:r>
              <a:rPr lang="en-US" sz="1067" dirty="0" err="1">
                <a:solidFill>
                  <a:schemeClr val="bg1"/>
                </a:solidFill>
                <a:latin typeface="IBM Plex Sans" charset="0"/>
                <a:ea typeface="IBM Plex Sans" charset="0"/>
                <a:cs typeface="IBM Plex Sans" charset="0"/>
              </a:rPr>
              <a:t>PoC</a:t>
            </a:r>
            <a:endParaRPr lang="en-US" sz="1067" dirty="0">
              <a:solidFill>
                <a:schemeClr val="bg1"/>
              </a:solidFill>
              <a:latin typeface="IBM Plex Sans" charset="0"/>
              <a:ea typeface="IBM Plex Sans" charset="0"/>
              <a:cs typeface="IBM Plex Sans" charset="0"/>
            </a:endParaRPr>
          </a:p>
        </p:txBody>
      </p:sp>
      <p:cxnSp>
        <p:nvCxnSpPr>
          <p:cNvPr id="142" name="Straight Connector 141">
            <a:extLst>
              <a:ext uri="{FF2B5EF4-FFF2-40B4-BE49-F238E27FC236}">
                <a16:creationId xmlns:a16="http://schemas.microsoft.com/office/drawing/2014/main" id="{A4307C76-CFEA-3D44-9F29-07DEFF971649}"/>
              </a:ext>
            </a:extLst>
          </p:cNvPr>
          <p:cNvCxnSpPr>
            <a:cxnSpLocks/>
            <a:stCxn id="117" idx="3"/>
            <a:endCxn id="113" idx="0"/>
          </p:cNvCxnSpPr>
          <p:nvPr/>
        </p:nvCxnSpPr>
        <p:spPr bwMode="auto">
          <a:xfrm flipH="1">
            <a:off x="7531790" y="2447043"/>
            <a:ext cx="246153" cy="217932"/>
          </a:xfrm>
          <a:prstGeom prst="line">
            <a:avLst/>
          </a:prstGeom>
          <a:ln w="19050">
            <a:solidFill>
              <a:schemeClr val="tx1">
                <a:lumMod val="10000"/>
                <a:lumOff val="90000"/>
              </a:schemeClr>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45" name="Straight Connector 144">
            <a:extLst>
              <a:ext uri="{FF2B5EF4-FFF2-40B4-BE49-F238E27FC236}">
                <a16:creationId xmlns:a16="http://schemas.microsoft.com/office/drawing/2014/main" id="{ABB0A5A9-0933-E441-9AAC-805BFDE17A33}"/>
              </a:ext>
            </a:extLst>
          </p:cNvPr>
          <p:cNvCxnSpPr>
            <a:cxnSpLocks/>
            <a:stCxn id="123" idx="3"/>
            <a:endCxn id="140" idx="0"/>
          </p:cNvCxnSpPr>
          <p:nvPr/>
        </p:nvCxnSpPr>
        <p:spPr bwMode="auto">
          <a:xfrm flipH="1">
            <a:off x="8268645" y="2453534"/>
            <a:ext cx="724611" cy="211441"/>
          </a:xfrm>
          <a:prstGeom prst="line">
            <a:avLst/>
          </a:prstGeom>
          <a:ln w="19050">
            <a:solidFill>
              <a:schemeClr val="tx1">
                <a:lumMod val="10000"/>
                <a:lumOff val="90000"/>
              </a:schemeClr>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48" name="Straight Connector 147">
            <a:extLst>
              <a:ext uri="{FF2B5EF4-FFF2-40B4-BE49-F238E27FC236}">
                <a16:creationId xmlns:a16="http://schemas.microsoft.com/office/drawing/2014/main" id="{4CD4713C-3CE4-6C4E-AC98-9BD25BF38E0D}"/>
              </a:ext>
            </a:extLst>
          </p:cNvPr>
          <p:cNvCxnSpPr>
            <a:cxnSpLocks/>
            <a:stCxn id="123" idx="5"/>
            <a:endCxn id="125" idx="0"/>
          </p:cNvCxnSpPr>
          <p:nvPr/>
        </p:nvCxnSpPr>
        <p:spPr bwMode="auto">
          <a:xfrm>
            <a:off x="9228487" y="2453533"/>
            <a:ext cx="362876" cy="218491"/>
          </a:xfrm>
          <a:prstGeom prst="line">
            <a:avLst/>
          </a:prstGeom>
          <a:ln w="19050">
            <a:solidFill>
              <a:schemeClr val="tx1">
                <a:lumMod val="10000"/>
                <a:lumOff val="90000"/>
              </a:schemeClr>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51" name="Straight Connector 150">
            <a:extLst>
              <a:ext uri="{FF2B5EF4-FFF2-40B4-BE49-F238E27FC236}">
                <a16:creationId xmlns:a16="http://schemas.microsoft.com/office/drawing/2014/main" id="{D1A45112-7D8C-5042-85B7-24148BEDFB98}"/>
              </a:ext>
            </a:extLst>
          </p:cNvPr>
          <p:cNvCxnSpPr>
            <a:cxnSpLocks/>
            <a:stCxn id="127" idx="3"/>
            <a:endCxn id="125" idx="0"/>
          </p:cNvCxnSpPr>
          <p:nvPr/>
        </p:nvCxnSpPr>
        <p:spPr bwMode="auto">
          <a:xfrm flipH="1">
            <a:off x="9591363" y="2458125"/>
            <a:ext cx="320736" cy="213899"/>
          </a:xfrm>
          <a:prstGeom prst="line">
            <a:avLst/>
          </a:prstGeom>
          <a:ln w="19050">
            <a:solidFill>
              <a:schemeClr val="tx1">
                <a:lumMod val="10000"/>
                <a:lumOff val="90000"/>
              </a:schemeClr>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54" name="Straight Connector 153">
            <a:extLst>
              <a:ext uri="{FF2B5EF4-FFF2-40B4-BE49-F238E27FC236}">
                <a16:creationId xmlns:a16="http://schemas.microsoft.com/office/drawing/2014/main" id="{E57023B4-5BD0-1D43-9B2D-751D15E5EF46}"/>
              </a:ext>
            </a:extLst>
          </p:cNvPr>
          <p:cNvCxnSpPr>
            <a:cxnSpLocks/>
            <a:stCxn id="127" idx="5"/>
            <a:endCxn id="129" idx="1"/>
          </p:cNvCxnSpPr>
          <p:nvPr/>
        </p:nvCxnSpPr>
        <p:spPr bwMode="auto">
          <a:xfrm>
            <a:off x="10147330" y="2458126"/>
            <a:ext cx="312679" cy="265396"/>
          </a:xfrm>
          <a:prstGeom prst="line">
            <a:avLst/>
          </a:prstGeom>
          <a:ln w="19050">
            <a:solidFill>
              <a:schemeClr val="tx1">
                <a:lumMod val="10000"/>
                <a:lumOff val="90000"/>
              </a:schemeClr>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57" name="Straight Connector 156">
            <a:extLst>
              <a:ext uri="{FF2B5EF4-FFF2-40B4-BE49-F238E27FC236}">
                <a16:creationId xmlns:a16="http://schemas.microsoft.com/office/drawing/2014/main" id="{BDF63687-4998-B345-BEA9-B88B1131ABC2}"/>
              </a:ext>
            </a:extLst>
          </p:cNvPr>
          <p:cNvCxnSpPr>
            <a:cxnSpLocks/>
            <a:endCxn id="129" idx="6"/>
          </p:cNvCxnSpPr>
          <p:nvPr/>
        </p:nvCxnSpPr>
        <p:spPr bwMode="auto">
          <a:xfrm flipH="1">
            <a:off x="10743958" y="2841137"/>
            <a:ext cx="1109871" cy="0"/>
          </a:xfrm>
          <a:prstGeom prst="line">
            <a:avLst/>
          </a:prstGeom>
          <a:ln w="19050">
            <a:solidFill>
              <a:schemeClr val="tx1">
                <a:lumMod val="10000"/>
                <a:lumOff val="90000"/>
              </a:schemeClr>
            </a:solidFill>
            <a:headEnd type="triangle" w="med" len="med"/>
            <a:tailEnd type="none" w="med" len="med"/>
          </a:ln>
          <a:effectLst/>
        </p:spPr>
        <p:style>
          <a:lnRef idx="1">
            <a:schemeClr val="dk1"/>
          </a:lnRef>
          <a:fillRef idx="0">
            <a:schemeClr val="dk1"/>
          </a:fillRef>
          <a:effectRef idx="0">
            <a:schemeClr val="dk1"/>
          </a:effectRef>
          <a:fontRef idx="minor">
            <a:schemeClr val="tx1"/>
          </a:fontRef>
        </p:style>
      </p:cxnSp>
      <p:sp>
        <p:nvSpPr>
          <p:cNvPr id="110" name="Oval 109">
            <a:extLst>
              <a:ext uri="{FF2B5EF4-FFF2-40B4-BE49-F238E27FC236}">
                <a16:creationId xmlns:a16="http://schemas.microsoft.com/office/drawing/2014/main" id="{E204584C-403D-284F-B067-0E5E5DEEA821}"/>
              </a:ext>
            </a:extLst>
          </p:cNvPr>
          <p:cNvSpPr/>
          <p:nvPr/>
        </p:nvSpPr>
        <p:spPr bwMode="auto">
          <a:xfrm>
            <a:off x="5869565" y="2664975"/>
            <a:ext cx="332668" cy="332668"/>
          </a:xfrm>
          <a:prstGeom prst="ellipse">
            <a:avLst/>
          </a:prstGeom>
          <a:solidFill>
            <a:srgbClr val="C00000"/>
          </a:solidFill>
          <a:ln w="19050">
            <a:solidFill>
              <a:schemeClr val="tx1">
                <a:lumMod val="10000"/>
                <a:lumOff val="90000"/>
              </a:schemeClr>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8000" tIns="48000" rIns="48000" bIns="48000" numCol="1" rtlCol="0" anchor="ctr" anchorCtr="0" compatLnSpc="1">
            <a:prstTxWarp prst="textNoShape">
              <a:avLst/>
            </a:prstTxWarp>
          </a:bodyPr>
          <a:lstStyle/>
          <a:p>
            <a:pPr algn="ctr" defTabSz="1219170" fontAlgn="base">
              <a:lnSpc>
                <a:spcPct val="90000"/>
              </a:lnSpc>
              <a:spcBef>
                <a:spcPct val="0"/>
              </a:spcBef>
              <a:spcAft>
                <a:spcPct val="0"/>
              </a:spcAft>
            </a:pPr>
            <a:r>
              <a:rPr lang="en-US" sz="800" dirty="0">
                <a:solidFill>
                  <a:schemeClr val="bg1"/>
                </a:solidFill>
                <a:latin typeface="IBM Plex Sans" panose="020B0503050203000203" pitchFamily="34" charset="0"/>
              </a:rPr>
              <a:t>I</a:t>
            </a:r>
          </a:p>
        </p:txBody>
      </p:sp>
      <p:sp>
        <p:nvSpPr>
          <p:cNvPr id="111" name="TextBox 110">
            <a:extLst>
              <a:ext uri="{FF2B5EF4-FFF2-40B4-BE49-F238E27FC236}">
                <a16:creationId xmlns:a16="http://schemas.microsoft.com/office/drawing/2014/main" id="{9E90397B-7934-E94B-99A2-8A0F44B16C91}"/>
              </a:ext>
            </a:extLst>
          </p:cNvPr>
          <p:cNvSpPr txBox="1"/>
          <p:nvPr/>
        </p:nvSpPr>
        <p:spPr>
          <a:xfrm>
            <a:off x="5747198" y="2973532"/>
            <a:ext cx="577402" cy="420756"/>
          </a:xfrm>
          <a:prstGeom prst="rect">
            <a:avLst/>
          </a:prstGeom>
          <a:noFill/>
          <a:ln>
            <a:noFill/>
          </a:ln>
        </p:spPr>
        <p:txBody>
          <a:bodyPr wrap="none" rtlCol="0">
            <a:spAutoFit/>
          </a:bodyPr>
          <a:lstStyle/>
          <a:p>
            <a:pPr algn="l"/>
            <a:r>
              <a:rPr lang="en-US" sz="1067" dirty="0">
                <a:solidFill>
                  <a:schemeClr val="bg1"/>
                </a:solidFill>
                <a:latin typeface="IBM Plex Sans" charset="0"/>
                <a:ea typeface="IBM Plex Sans" charset="0"/>
                <a:cs typeface="IBM Plex Sans" charset="0"/>
              </a:rPr>
              <a:t>Ask a </a:t>
            </a:r>
          </a:p>
          <a:p>
            <a:pPr algn="l"/>
            <a:r>
              <a:rPr lang="en-US" sz="1067" dirty="0">
                <a:solidFill>
                  <a:schemeClr val="bg1"/>
                </a:solidFill>
                <a:latin typeface="IBM Plex Sans" charset="0"/>
                <a:ea typeface="IBM Plex Sans" charset="0"/>
                <a:cs typeface="IBM Plex Sans" charset="0"/>
              </a:rPr>
              <a:t>Friend</a:t>
            </a:r>
          </a:p>
        </p:txBody>
      </p:sp>
      <p:sp>
        <p:nvSpPr>
          <p:cNvPr id="116" name="TextBox 115">
            <a:extLst>
              <a:ext uri="{FF2B5EF4-FFF2-40B4-BE49-F238E27FC236}">
                <a16:creationId xmlns:a16="http://schemas.microsoft.com/office/drawing/2014/main" id="{E4DE048F-9011-B942-B7E5-C0881428B2FD}"/>
              </a:ext>
            </a:extLst>
          </p:cNvPr>
          <p:cNvSpPr txBox="1"/>
          <p:nvPr/>
        </p:nvSpPr>
        <p:spPr>
          <a:xfrm>
            <a:off x="7402689" y="1665052"/>
            <a:ext cx="928459" cy="420756"/>
          </a:xfrm>
          <a:prstGeom prst="rect">
            <a:avLst/>
          </a:prstGeom>
          <a:noFill/>
          <a:ln>
            <a:noFill/>
          </a:ln>
        </p:spPr>
        <p:txBody>
          <a:bodyPr wrap="none" rtlCol="0">
            <a:spAutoFit/>
          </a:bodyPr>
          <a:lstStyle/>
          <a:p>
            <a:pPr algn="l"/>
            <a:r>
              <a:rPr lang="en-US" sz="1067" dirty="0">
                <a:solidFill>
                  <a:schemeClr val="bg1"/>
                </a:solidFill>
                <a:latin typeface="IBM Plex Sans" charset="0"/>
                <a:ea typeface="IBM Plex Sans" charset="0"/>
                <a:cs typeface="IBM Plex Sans" charset="0"/>
              </a:rPr>
              <a:t>Competitive</a:t>
            </a:r>
          </a:p>
          <a:p>
            <a:pPr algn="l"/>
            <a:r>
              <a:rPr lang="en-US" sz="1067" dirty="0">
                <a:solidFill>
                  <a:schemeClr val="bg1"/>
                </a:solidFill>
                <a:latin typeface="IBM Plex Sans" charset="0"/>
                <a:ea typeface="IBM Plex Sans" charset="0"/>
                <a:cs typeface="IBM Plex Sans" charset="0"/>
              </a:rPr>
              <a:t>Comparison</a:t>
            </a:r>
          </a:p>
        </p:txBody>
      </p:sp>
      <p:sp>
        <p:nvSpPr>
          <p:cNvPr id="117" name="Oval 116">
            <a:extLst>
              <a:ext uri="{FF2B5EF4-FFF2-40B4-BE49-F238E27FC236}">
                <a16:creationId xmlns:a16="http://schemas.microsoft.com/office/drawing/2014/main" id="{3C2FAAB1-0C76-BD41-AF54-1C8B3B2D30AA}"/>
              </a:ext>
            </a:extLst>
          </p:cNvPr>
          <p:cNvSpPr/>
          <p:nvPr/>
        </p:nvSpPr>
        <p:spPr bwMode="auto">
          <a:xfrm>
            <a:off x="7729225" y="2163094"/>
            <a:ext cx="332668" cy="332668"/>
          </a:xfrm>
          <a:prstGeom prst="ellipse">
            <a:avLst/>
          </a:prstGeom>
          <a:solidFill>
            <a:srgbClr val="0070C0"/>
          </a:solidFill>
          <a:ln w="19050">
            <a:solidFill>
              <a:schemeClr val="tx1">
                <a:lumMod val="10000"/>
                <a:lumOff val="90000"/>
              </a:schemeClr>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8000" tIns="48000" rIns="48000" bIns="48000" numCol="1" rtlCol="0" anchor="ctr" anchorCtr="0" compatLnSpc="1">
            <a:prstTxWarp prst="textNoShape">
              <a:avLst/>
            </a:prstTxWarp>
          </a:bodyPr>
          <a:lstStyle/>
          <a:p>
            <a:pPr algn="ctr" defTabSz="1219170" fontAlgn="base">
              <a:lnSpc>
                <a:spcPct val="90000"/>
              </a:lnSpc>
              <a:spcBef>
                <a:spcPct val="0"/>
              </a:spcBef>
              <a:spcAft>
                <a:spcPct val="0"/>
              </a:spcAft>
            </a:pPr>
            <a:r>
              <a:rPr lang="en-US" sz="800" dirty="0">
                <a:solidFill>
                  <a:schemeClr val="bg1"/>
                </a:solidFill>
                <a:latin typeface="IBM Plex Sans" panose="020B0503050203000203" pitchFamily="34" charset="0"/>
              </a:rPr>
              <a:t>N</a:t>
            </a:r>
          </a:p>
        </p:txBody>
      </p:sp>
      <p:cxnSp>
        <p:nvCxnSpPr>
          <p:cNvPr id="120" name="Straight Connector 119">
            <a:extLst>
              <a:ext uri="{FF2B5EF4-FFF2-40B4-BE49-F238E27FC236}">
                <a16:creationId xmlns:a16="http://schemas.microsoft.com/office/drawing/2014/main" id="{80FF0441-B9ED-4943-A1D5-34AFF9B9AF1F}"/>
              </a:ext>
            </a:extLst>
          </p:cNvPr>
          <p:cNvCxnSpPr>
            <a:cxnSpLocks/>
            <a:stCxn id="117" idx="5"/>
            <a:endCxn id="140" idx="0"/>
          </p:cNvCxnSpPr>
          <p:nvPr/>
        </p:nvCxnSpPr>
        <p:spPr bwMode="auto">
          <a:xfrm>
            <a:off x="8013173" y="2447043"/>
            <a:ext cx="255472" cy="217932"/>
          </a:xfrm>
          <a:prstGeom prst="line">
            <a:avLst/>
          </a:prstGeom>
          <a:ln w="19050">
            <a:solidFill>
              <a:schemeClr val="tx1">
                <a:lumMod val="10000"/>
                <a:lumOff val="90000"/>
              </a:schemeClr>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15" name="Oval 114">
            <a:extLst>
              <a:ext uri="{FF2B5EF4-FFF2-40B4-BE49-F238E27FC236}">
                <a16:creationId xmlns:a16="http://schemas.microsoft.com/office/drawing/2014/main" id="{A1837F00-D80B-844F-AF78-FCD44433752A}"/>
              </a:ext>
            </a:extLst>
          </p:cNvPr>
          <p:cNvSpPr/>
          <p:nvPr/>
        </p:nvSpPr>
        <p:spPr bwMode="auto">
          <a:xfrm>
            <a:off x="5061643" y="2164085"/>
            <a:ext cx="332668" cy="332668"/>
          </a:xfrm>
          <a:prstGeom prst="ellipse">
            <a:avLst/>
          </a:prstGeom>
          <a:solidFill>
            <a:srgbClr val="0070C0"/>
          </a:solidFill>
          <a:ln w="19050">
            <a:solidFill>
              <a:schemeClr val="tx1">
                <a:lumMod val="10000"/>
                <a:lumOff val="90000"/>
              </a:schemeClr>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48000" tIns="48000" rIns="48000" bIns="48000" numCol="1" rtlCol="0" anchor="ctr" anchorCtr="0" compatLnSpc="1">
            <a:prstTxWarp prst="textNoShape">
              <a:avLst/>
            </a:prstTxWarp>
          </a:bodyPr>
          <a:lstStyle/>
          <a:p>
            <a:pPr algn="ctr" defTabSz="1219170" fontAlgn="base">
              <a:lnSpc>
                <a:spcPct val="90000"/>
              </a:lnSpc>
              <a:spcBef>
                <a:spcPct val="0"/>
              </a:spcBef>
              <a:spcAft>
                <a:spcPct val="0"/>
              </a:spcAft>
            </a:pPr>
            <a:r>
              <a:rPr lang="en-US" sz="800" dirty="0">
                <a:solidFill>
                  <a:schemeClr val="bg1"/>
                </a:solidFill>
                <a:latin typeface="IBM Plex Sans" panose="020B0503050203000203" pitchFamily="34" charset="0"/>
              </a:rPr>
              <a:t>G</a:t>
            </a:r>
          </a:p>
        </p:txBody>
      </p:sp>
      <p:sp>
        <p:nvSpPr>
          <p:cNvPr id="118" name="TextBox 117">
            <a:extLst>
              <a:ext uri="{FF2B5EF4-FFF2-40B4-BE49-F238E27FC236}">
                <a16:creationId xmlns:a16="http://schemas.microsoft.com/office/drawing/2014/main" id="{CB395463-8927-1C44-AA1F-29E436F05F04}"/>
              </a:ext>
            </a:extLst>
          </p:cNvPr>
          <p:cNvSpPr txBox="1"/>
          <p:nvPr/>
        </p:nvSpPr>
        <p:spPr>
          <a:xfrm>
            <a:off x="4913644" y="1665052"/>
            <a:ext cx="697627" cy="420756"/>
          </a:xfrm>
          <a:prstGeom prst="rect">
            <a:avLst/>
          </a:prstGeom>
          <a:noFill/>
          <a:ln>
            <a:noFill/>
          </a:ln>
        </p:spPr>
        <p:txBody>
          <a:bodyPr wrap="none" rtlCol="0">
            <a:spAutoFit/>
          </a:bodyPr>
          <a:lstStyle/>
          <a:p>
            <a:pPr algn="l"/>
            <a:r>
              <a:rPr lang="en-US" sz="1067" dirty="0">
                <a:solidFill>
                  <a:schemeClr val="bg1"/>
                </a:solidFill>
                <a:latin typeface="IBM Plex Sans" charset="0"/>
                <a:ea typeface="IBM Plex Sans" charset="0"/>
                <a:cs typeface="IBM Plex Sans" charset="0"/>
              </a:rPr>
              <a:t>Check</a:t>
            </a:r>
          </a:p>
          <a:p>
            <a:pPr algn="l"/>
            <a:r>
              <a:rPr lang="en-US" sz="1067" dirty="0">
                <a:solidFill>
                  <a:schemeClr val="bg1"/>
                </a:solidFill>
                <a:latin typeface="IBM Plex Sans" charset="0"/>
                <a:ea typeface="IBM Plex Sans" charset="0"/>
                <a:cs typeface="IBM Plex Sans" charset="0"/>
              </a:rPr>
              <a:t>Reviews</a:t>
            </a:r>
          </a:p>
        </p:txBody>
      </p:sp>
      <p:cxnSp>
        <p:nvCxnSpPr>
          <p:cNvPr id="121" name="Straight Connector 120">
            <a:extLst>
              <a:ext uri="{FF2B5EF4-FFF2-40B4-BE49-F238E27FC236}">
                <a16:creationId xmlns:a16="http://schemas.microsoft.com/office/drawing/2014/main" id="{58219E38-9A09-0646-9D03-AE1EBEE490F4}"/>
              </a:ext>
            </a:extLst>
          </p:cNvPr>
          <p:cNvCxnSpPr>
            <a:cxnSpLocks/>
            <a:stCxn id="92" idx="2"/>
            <a:endCxn id="115" idx="6"/>
          </p:cNvCxnSpPr>
          <p:nvPr/>
        </p:nvCxnSpPr>
        <p:spPr bwMode="auto">
          <a:xfrm flipH="1" flipV="1">
            <a:off x="5394311" y="2330419"/>
            <a:ext cx="184866" cy="5500"/>
          </a:xfrm>
          <a:prstGeom prst="line">
            <a:avLst/>
          </a:prstGeom>
          <a:ln w="19050">
            <a:solidFill>
              <a:schemeClr val="tx1">
                <a:lumMod val="10000"/>
                <a:lumOff val="90000"/>
              </a:schemeClr>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0" name="Straight Connector 129">
            <a:extLst>
              <a:ext uri="{FF2B5EF4-FFF2-40B4-BE49-F238E27FC236}">
                <a16:creationId xmlns:a16="http://schemas.microsoft.com/office/drawing/2014/main" id="{96A5F535-6746-B049-AAA9-222146F392EB}"/>
              </a:ext>
            </a:extLst>
          </p:cNvPr>
          <p:cNvCxnSpPr>
            <a:cxnSpLocks/>
            <a:stCxn id="110" idx="1"/>
            <a:endCxn id="92" idx="4"/>
          </p:cNvCxnSpPr>
          <p:nvPr/>
        </p:nvCxnSpPr>
        <p:spPr bwMode="auto">
          <a:xfrm flipH="1" flipV="1">
            <a:off x="5745511" y="2502253"/>
            <a:ext cx="172772" cy="211440"/>
          </a:xfrm>
          <a:prstGeom prst="line">
            <a:avLst/>
          </a:prstGeom>
          <a:ln w="19050">
            <a:solidFill>
              <a:schemeClr val="tx1">
                <a:lumMod val="10000"/>
                <a:lumOff val="90000"/>
              </a:schemeClr>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1" name="Straight Connector 130">
            <a:extLst>
              <a:ext uri="{FF2B5EF4-FFF2-40B4-BE49-F238E27FC236}">
                <a16:creationId xmlns:a16="http://schemas.microsoft.com/office/drawing/2014/main" id="{4C899528-8366-574C-8C36-D8ADB73AE507}"/>
              </a:ext>
            </a:extLst>
          </p:cNvPr>
          <p:cNvCxnSpPr>
            <a:cxnSpLocks/>
            <a:stCxn id="94" idx="3"/>
            <a:endCxn id="110" idx="7"/>
          </p:cNvCxnSpPr>
          <p:nvPr/>
        </p:nvCxnSpPr>
        <p:spPr bwMode="auto">
          <a:xfrm flipH="1">
            <a:off x="6153515" y="2453535"/>
            <a:ext cx="141346" cy="260158"/>
          </a:xfrm>
          <a:prstGeom prst="line">
            <a:avLst/>
          </a:prstGeom>
          <a:ln w="19050">
            <a:solidFill>
              <a:schemeClr val="tx1">
                <a:lumMod val="10000"/>
                <a:lumOff val="90000"/>
              </a:schemeClr>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2" name="Straight Connector 131">
            <a:extLst>
              <a:ext uri="{FF2B5EF4-FFF2-40B4-BE49-F238E27FC236}">
                <a16:creationId xmlns:a16="http://schemas.microsoft.com/office/drawing/2014/main" id="{5E6951A3-DE54-D24E-9CB3-343CCDA1B218}"/>
              </a:ext>
            </a:extLst>
          </p:cNvPr>
          <p:cNvCxnSpPr>
            <a:cxnSpLocks/>
            <a:stCxn id="107" idx="1"/>
            <a:endCxn id="94" idx="5"/>
          </p:cNvCxnSpPr>
          <p:nvPr/>
        </p:nvCxnSpPr>
        <p:spPr bwMode="auto">
          <a:xfrm flipH="1" flipV="1">
            <a:off x="6530093" y="2453535"/>
            <a:ext cx="155858" cy="260158"/>
          </a:xfrm>
          <a:prstGeom prst="line">
            <a:avLst/>
          </a:prstGeom>
          <a:ln w="19050">
            <a:solidFill>
              <a:schemeClr val="tx1">
                <a:lumMod val="10000"/>
                <a:lumOff val="90000"/>
              </a:schemeClr>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22737771"/>
      </p:ext>
    </p:extLst>
  </p:cSld>
  <p:clrMapOvr>
    <a:masterClrMapping/>
  </p:clrMapOvr>
</p:sld>
</file>

<file path=ppt/theme/theme1.xml><?xml version="1.0" encoding="utf-8"?>
<a:theme xmlns:a="http://schemas.openxmlformats.org/drawingml/2006/main" name="Dark">
  <a:themeElements>
    <a:clrScheme name="IBM EXD">
      <a:dk1>
        <a:srgbClr val="161616"/>
      </a:dk1>
      <a:lt1>
        <a:srgbClr val="F3F3F3"/>
      </a:lt1>
      <a:dk2>
        <a:srgbClr val="3D3D3D"/>
      </a:dk2>
      <a:lt2>
        <a:srgbClr val="DBDBDB"/>
      </a:lt2>
      <a:accent1>
        <a:srgbClr val="0062FF"/>
      </a:accent1>
      <a:accent2>
        <a:srgbClr val="D02765"/>
      </a:accent2>
      <a:accent3>
        <a:srgbClr val="8A3EFB"/>
      </a:accent3>
      <a:accent4>
        <a:srgbClr val="96C1FF"/>
      </a:accent4>
      <a:accent5>
        <a:srgbClr val="FFA0C1"/>
      </a:accent5>
      <a:accent6>
        <a:srgbClr val="CFAFFF"/>
      </a:accent6>
      <a:hlink>
        <a:srgbClr val="0062FF"/>
      </a:hlink>
      <a:folHlink>
        <a:srgbClr val="0062FF"/>
      </a:folHlink>
    </a:clrScheme>
    <a:fontScheme name="Test">
      <a:majorFont>
        <a:latin typeface="IBM Plex Serif"/>
        <a:ea typeface=""/>
        <a:cs typeface=""/>
      </a:majorFont>
      <a:minorFont>
        <a:latin typeface="IBM Plex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ot="0" spcFirstLastPara="0" vertOverflow="overflow" horzOverflow="overflow" vert="horz" wrap="square" lIns="228600" tIns="228600" rIns="228600" bIns="228600" numCol="1" spcCol="0" rtlCol="0" fromWordArt="0" anchor="t" anchorCtr="0" forceAA="0" compatLnSpc="1">
        <a:prstTxWarp prst="textNoShape">
          <a:avLst/>
        </a:prstTxWarp>
        <a:noAutofit/>
      </a:bodyPr>
      <a:lstStyle>
        <a:defPPr algn="l">
          <a:spcAft>
            <a:spcPts val="1200"/>
          </a:spcAft>
          <a:defRPr b="1"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gn="l">
          <a:spcAft>
            <a:spcPts val="1800"/>
          </a:spcAft>
          <a:defRPr sz="2000" dirty="0" smtClean="0"/>
        </a:defPPr>
      </a:lstStyle>
    </a:txDef>
  </a:objectDefaults>
  <a:extraClrSchemeLst/>
  <a:extLst>
    <a:ext uri="{05A4C25C-085E-4340-85A3-A5531E510DB2}">
      <thm15:themeFamily xmlns:thm15="http://schemas.microsoft.com/office/thememl/2012/main" name="IEP Presentation Template v2" id="{23D41464-610A-574F-8C06-5CC16EC052DD}" vid="{758C6EFA-C17B-4C48-9045-34111E83746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Light</Template>
  <TotalTime>27988</TotalTime>
  <Words>1277</Words>
  <Application>Microsoft Macintosh PowerPoint</Application>
  <PresentationFormat>Widescreen</PresentationFormat>
  <Paragraphs>303</Paragraphs>
  <Slides>4</Slides>
  <Notes>1</Notes>
  <HiddenSlides>0</HiddenSlides>
  <MMClips>0</MMClips>
  <ScaleCrop>false</ScaleCrop>
  <HeadingPairs>
    <vt:vector size="6" baseType="variant">
      <vt:variant>
        <vt:lpstr>Fonts Used</vt:lpstr>
      </vt:variant>
      <vt:variant>
        <vt:i4>14</vt:i4>
      </vt:variant>
      <vt:variant>
        <vt:lpstr>Theme</vt:lpstr>
      </vt:variant>
      <vt:variant>
        <vt:i4>1</vt:i4>
      </vt:variant>
      <vt:variant>
        <vt:lpstr>Slide Titles</vt:lpstr>
      </vt:variant>
      <vt:variant>
        <vt:i4>4</vt:i4>
      </vt:variant>
    </vt:vector>
  </HeadingPairs>
  <TitlesOfParts>
    <vt:vector size="19" baseType="lpstr">
      <vt:lpstr>Arial</vt:lpstr>
      <vt:lpstr>Calibri</vt:lpstr>
      <vt:lpstr>Courier New</vt:lpstr>
      <vt:lpstr>Helvetica Neue LT Std 55 Roman</vt:lpstr>
      <vt:lpstr>IBM Plex Sans</vt:lpstr>
      <vt:lpstr>IBM Plex Sans Condensed</vt:lpstr>
      <vt:lpstr>IBM Plex Sans Regular</vt:lpstr>
      <vt:lpstr>IBM Plex Sans SmBld</vt:lpstr>
      <vt:lpstr>IBM Plex Sans Text</vt:lpstr>
      <vt:lpstr>IBM Plex Serif</vt:lpstr>
      <vt:lpstr>IBM Plex Serif Light</vt:lpstr>
      <vt:lpstr>Inter</vt:lpstr>
      <vt:lpstr>Proxima Nova</vt:lpstr>
      <vt:lpstr>System Font Regular</vt:lpstr>
      <vt:lpstr>Dark</vt:lpstr>
      <vt:lpstr>PERSONA: IT ARCHITECT</vt:lpstr>
      <vt:lpstr>HYBRID CLOUD PURCHASING JOURNEY</vt:lpstr>
      <vt:lpstr>Marketing Journey</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Let’s create a nifty IBM Presentation</dc:title>
  <dc:creator>Georgia Dain</dc:creator>
  <cp:lastModifiedBy>Scott Baker</cp:lastModifiedBy>
  <cp:revision>79</cp:revision>
  <cp:lastPrinted>2019-01-28T00:58:47Z</cp:lastPrinted>
  <dcterms:created xsi:type="dcterms:W3CDTF">2020-01-09T16:20:47Z</dcterms:created>
  <dcterms:modified xsi:type="dcterms:W3CDTF">2026-08-01T16:17:45Z</dcterms:modified>
</cp:coreProperties>
</file>